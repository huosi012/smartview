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50400000" cy="180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页（共 3 页）。点照片放大；翻页笔“下一页”按顺序放大；放映中输入页码再按回车可直接跳转：</a:t>
            </a:r>
          </a:p>
          <a:p>
            <a:r>
              <a:t>第 2 张幻灯片：第 1 位 刘明利（技术支持处）</a:t>
            </a:r>
          </a:p>
          <a:p>
            <a:r>
              <a:t>第 3 张幻灯片：第 2 位 张岩（运行一处）</a:t>
            </a:r>
          </a:p>
          <a:p>
            <a:r>
              <a:t>第 4 张幻灯片：第 3 位 杨帆（化学环保处）</a:t>
            </a:r>
          </a:p>
          <a:p>
            <a:r>
              <a:t>第 5 张幻灯片：第 4 位 庞立成（运行二处）</a:t>
            </a:r>
          </a:p>
          <a:p>
            <a:r>
              <a:t>第 6 张幻灯片：第 5 位 于海青（上海申亿）</a:t>
            </a:r>
          </a:p>
          <a:p>
            <a:r>
              <a:t>第 7 张幻灯片：第 6 位 潘绍卓（运行一处）</a:t>
            </a:r>
          </a:p>
          <a:p>
            <a:r>
              <a:t>第 8 张幻灯片：第 7 位 成鹏飞（中核凯利）</a:t>
            </a:r>
          </a:p>
          <a:p>
            <a:r>
              <a:t>第 9 张幻灯片：第 8 位 何韶然（运行二处）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位：刘明利（技术支持处）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位：张岩（运行一处）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位：杨帆（化学环保处）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位：庞立成（运行二处）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位：于海青（上海申亿）</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位：潘绍卓（运行一处）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位：成鹏飞（中核凯利）</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位：何韶然（运行二处）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页（共 3 页）。点照片放大；翻页笔“下一页”按顺序放大；放映中输入页码再按回车可直接跳转：</a:t>
            </a:r>
          </a:p>
          <a:p>
            <a:r>
              <a:t>第 11 张幻灯片：第 9 位 人员09（单位待补充）</a:t>
            </a:r>
          </a:p>
          <a:p>
            <a:r>
              <a:t>第 12 张幻灯片：第 10 位 人员10（单位待补充）</a:t>
            </a:r>
          </a:p>
          <a:p>
            <a:r>
              <a:t>第 13 张幻灯片：第 11 位 人员11（单位待补充）</a:t>
            </a:r>
          </a:p>
          <a:p>
            <a:r>
              <a:t>第 14 张幻灯片：第 12 位 人员12（单位待补充）</a:t>
            </a:r>
          </a:p>
          <a:p>
            <a:r>
              <a:t>第 15 张幻灯片：第 13 位 人员13（单位待补充）</a:t>
            </a:r>
          </a:p>
          <a:p>
            <a:r>
              <a:t>第 16 张幻灯片：第 14 位 人员14（单位待补充）</a:t>
            </a:r>
          </a:p>
          <a:p>
            <a:r>
              <a:t>第 17 张幻灯片：第 15 位 人员15（单位待补充）</a:t>
            </a:r>
          </a:p>
          <a:p>
            <a:r>
              <a:t>第 18 张幻灯片：第 16 位 人员16（单位待补充）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位：人员09（单位待补充）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位：人员10（单位待补充）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位：人员11（单位待补充）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位：人员12（单位待补充）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位：人员13（单位待补充）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位：人员14（单位待补充）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位：人员15（单位待补充）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位：人员16（单位待补充）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页（共 3 页）。点照片放大；翻页笔“下一页”按顺序放大；放映中输入页码再按回车可直接跳转：</a:t>
            </a:r>
          </a:p>
          <a:p>
            <a:r>
              <a:t>第 20 张幻灯片：第 17 位 人员17（单位待补充）</a:t>
            </a:r>
          </a:p>
          <a:p>
            <a:r>
              <a:t>第 21 张幻灯片：第 18 位 人员18（单位待补充）</a:t>
            </a:r>
          </a:p>
          <a:p>
            <a:r>
              <a:t>第 22 张幻灯片：第 19 位 人员19（单位待补充）</a:t>
            </a:r>
          </a:p>
          <a:p>
            <a:r>
              <a:t>第 23 张幻灯片：第 20 位 人员20（单位待补充）</a:t>
            </a:r>
          </a:p>
          <a:p>
            <a:r>
              <a:t>第 24 张幻灯片：第 21 位 人员21（单位待补充）</a:t>
            </a:r>
          </a:p>
          <a:p>
            <a:r>
              <a:t>第 25 张幻灯片：第 22 位 人员22（单位待补充）</a:t>
            </a:r>
          </a:p>
          <a:p>
            <a:r>
              <a:t>第 26 张幻灯片：第 23 位 人员23（单位待补充）</a:t>
            </a:r>
          </a:p>
          <a:p>
            <a:r>
              <a:t>第 27 张幻灯片：第 24 位 人员24（单位待补充）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17 位：人员17（单位待补充）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18 位：人员18（单位待补充）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19 位：人员19（单位待补充）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20 位：人员20（单位待补充）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21 位：人员21（单位待补充）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22 位：人员22（单位待补充）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23 位：人员23（单位待补充）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24 位：人员24（单位待补充）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slide" Target="slide2.xml"/><Relationship Id="rId5" Type="http://schemas.openxmlformats.org/officeDocument/2006/relationships/image" Target="../media/image4.jpg"/><Relationship Id="rId6" Type="http://schemas.openxmlformats.org/officeDocument/2006/relationships/slide" Target="slide3.xml"/><Relationship Id="rId7" Type="http://schemas.openxmlformats.org/officeDocument/2006/relationships/image" Target="../media/image5.jpg"/><Relationship Id="rId8" Type="http://schemas.openxmlformats.org/officeDocument/2006/relationships/slide" Target="slide4.xml"/><Relationship Id="rId9" Type="http://schemas.openxmlformats.org/officeDocument/2006/relationships/image" Target="../media/image6.jpg"/><Relationship Id="rId10" Type="http://schemas.openxmlformats.org/officeDocument/2006/relationships/slide" Target="slide5.xml"/><Relationship Id="rId11" Type="http://schemas.openxmlformats.org/officeDocument/2006/relationships/image" Target="../media/image7.jpg"/><Relationship Id="rId12" Type="http://schemas.openxmlformats.org/officeDocument/2006/relationships/slide" Target="slide6.xml"/><Relationship Id="rId13" Type="http://schemas.openxmlformats.org/officeDocument/2006/relationships/image" Target="../media/image8.jpg"/><Relationship Id="rId14" Type="http://schemas.openxmlformats.org/officeDocument/2006/relationships/slide" Target="slide7.xml"/><Relationship Id="rId15" Type="http://schemas.openxmlformats.org/officeDocument/2006/relationships/image" Target="../media/image9.jpg"/><Relationship Id="rId16" Type="http://schemas.openxmlformats.org/officeDocument/2006/relationships/slide" Target="slide8.xml"/><Relationship Id="rId17" Type="http://schemas.openxmlformats.org/officeDocument/2006/relationships/image" Target="../media/image10.jpg"/><Relationship Id="rId18" Type="http://schemas.openxmlformats.org/officeDocument/2006/relationships/slide" Target="slide9.xml"/><Relationship Id="rId19" Type="http://schemas.openxmlformats.org/officeDocument/2006/relationships/slide" Target="slide10.xml"/><Relationship Id="rId2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slide" Target="slide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slide" Target="slide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slide" Target="slide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slide" Target="slide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slide" Target="slide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slide" Target="slide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3.png"/><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slide" Target="slide14.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17.xml"/><Relationship Id="rId11" Type="http://schemas.openxmlformats.org/officeDocument/2006/relationships/slide" Target="slide18.xml"/><Relationship Id="rId12" Type="http://schemas.openxmlformats.org/officeDocument/2006/relationships/slide" Target="slide1.xml"/><Relationship Id="rId13" Type="http://schemas.openxmlformats.org/officeDocument/2006/relationships/slide" Target="slide19.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0.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3.png"/><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10.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9.xml"/><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面板"/>
          <p:cNvSpPr/>
          <p:nvPr/>
        </p:nvSpPr>
        <p:spPr>
          <a:xfrm>
            <a:off x="810000" y="3690000"/>
            <a:ext cx="48780000" cy="12600000"/>
          </a:xfrm>
          <a:prstGeom prst="roundRect">
            <a:avLst>
              <a:gd name="adj" fmla="val 3714"/>
            </a:avLst>
          </a:prstGeom>
          <a:gradFill rotWithShape="1">
            <a:gsLst>
              <a:gs pos="0">
                <a:srgbClr val="B91019">
                  <a:alpha val="92000"/>
                </a:srgbClr>
              </a:gs>
              <a:gs pos="100000">
                <a:srgbClr val="A00C14">
                  <a:alpha val="92000"/>
                </a:srgbClr>
              </a:gs>
            </a:gsLst>
            <a:lin ang="5400000" scaled="0"/>
          </a:gradFill>
          <a:ln w="27000">
            <a:solidFill>
              <a:srgbClr val="D8343A"/>
            </a:solidFill>
          </a:ln>
          <a:effectLst>
            <a:outerShdw blurRad="540000" dist="144000" dir="5400000" algn="t" rotWithShape="0">
              <a:srgbClr val="000000">
                <a:alpha val="30000"/>
              </a:srgbClr>
            </a:outerShdw>
          </a:effectLst>
        </p:spPr>
        <p:txBody>
          <a:bodyPr rtlCol="0" anchor="ctr"/>
          <a:lstStyle/>
          <a:p>
            <a:pPr algn="ctr"/>
          </a:p>
        </p:txBody>
      </p:sp>
      <p:pic>
        <p:nvPicPr>
          <p:cNvPr id="3" name="!!p1" descr="image.jpg"/>
          <p:cNvPicPr>
            <a:picLocks noChangeAspect="1"/>
          </p:cNvPicPr>
          <p:nvPr/>
        </p:nvPicPr>
        <p:blipFill>
          <a:blip r:embed="rId2"/>
          <a:srcRect t="6715" b="15668"/>
          <a:stretch>
            <a:fillRect/>
          </a:stretch>
        </p:blipFill>
        <p:spPr>
          <a:xfrm>
            <a:off x="152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 name="红绸1" descr="image.png"/>
          <p:cNvPicPr>
            <a:picLocks noChangeAspect="1"/>
          </p:cNvPicPr>
          <p:nvPr/>
        </p:nvPicPr>
        <p:blipFill>
          <a:blip r:embed="rId3"/>
          <a:stretch>
            <a:fillRect/>
          </a:stretch>
        </p:blipFill>
        <p:spPr>
          <a:xfrm>
            <a:off x="1521000" y="4410000"/>
            <a:ext cx="5400000" cy="5400000"/>
          </a:xfrm>
          <a:prstGeom prst="roundRect">
            <a:avLst>
              <a:gd name="adj" fmla="val 4000"/>
            </a:avLst>
          </a:prstGeom>
        </p:spPr>
      </p:pic>
      <p:sp>
        <p:nvSpPr>
          <p:cNvPr id="5" name="相框边1"/>
          <p:cNvSpPr/>
          <p:nvPr/>
        </p:nvSpPr>
        <p:spPr>
          <a:xfrm>
            <a:off x="152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 name="姓名1底"/>
          <p:cNvSpPr/>
          <p:nvPr/>
        </p:nvSpPr>
        <p:spPr>
          <a:xfrm>
            <a:off x="5445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 name="姓名1"/>
          <p:cNvSpPr txBox="1"/>
          <p:nvPr/>
        </p:nvSpPr>
        <p:spPr>
          <a:xfrm>
            <a:off x="5445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刘</a:t>
            </a:r>
          </a:p>
          <a:p>
            <a:pPr algn="ctr">
              <a:lnSpc>
                <a:spcPts val="4592"/>
              </a:lnSpc>
            </a:pPr>
            <a:r>
              <a:rPr sz="4251" b="1">
                <a:solidFill>
                  <a:srgbClr val="3A1A0A"/>
                </a:solidFill>
                <a:latin typeface="KaiTi"/>
                <a:ea typeface="楷体"/>
              </a:rPr>
              <a:t>明</a:t>
            </a:r>
          </a:p>
          <a:p>
            <a:pPr algn="ctr">
              <a:lnSpc>
                <a:spcPts val="4592"/>
              </a:lnSpc>
            </a:pPr>
            <a:r>
              <a:rPr sz="4251" b="1">
                <a:solidFill>
                  <a:srgbClr val="3A1A0A"/>
                </a:solidFill>
                <a:latin typeface="KaiTi"/>
                <a:ea typeface="楷体"/>
              </a:rPr>
              <a:t>利</a:t>
            </a:r>
          </a:p>
        </p:txBody>
      </p:sp>
      <p:sp>
        <p:nvSpPr>
          <p:cNvPr id="8" name="单位1底"/>
          <p:cNvSpPr/>
          <p:nvPr/>
        </p:nvSpPr>
        <p:spPr>
          <a:xfrm>
            <a:off x="6237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9" name="单位1"/>
          <p:cNvSpPr txBox="1"/>
          <p:nvPr/>
        </p:nvSpPr>
        <p:spPr>
          <a:xfrm>
            <a:off x="6237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技</a:t>
            </a:r>
          </a:p>
          <a:p>
            <a:pPr algn="ctr">
              <a:lnSpc>
                <a:spcPts val="2908"/>
              </a:lnSpc>
            </a:pPr>
            <a:r>
              <a:rPr sz="2692" b="1">
                <a:solidFill>
                  <a:srgbClr val="C8161D"/>
                </a:solidFill>
                <a:latin typeface="KaiTi"/>
                <a:ea typeface="楷体"/>
              </a:rPr>
              <a:t>术</a:t>
            </a:r>
          </a:p>
          <a:p>
            <a:pPr algn="ctr">
              <a:lnSpc>
                <a:spcPts val="2908"/>
              </a:lnSpc>
            </a:pPr>
            <a:r>
              <a:rPr sz="2692" b="1">
                <a:solidFill>
                  <a:srgbClr val="C8161D"/>
                </a:solidFill>
                <a:latin typeface="KaiTi"/>
                <a:ea typeface="楷体"/>
              </a:rPr>
              <a:t>支</a:t>
            </a:r>
          </a:p>
          <a:p>
            <a:pPr algn="ctr">
              <a:lnSpc>
                <a:spcPts val="2908"/>
              </a:lnSpc>
            </a:pPr>
            <a:r>
              <a:rPr sz="2692" b="1">
                <a:solidFill>
                  <a:srgbClr val="C8161D"/>
                </a:solidFill>
                <a:latin typeface="KaiTi"/>
                <a:ea typeface="楷体"/>
              </a:rPr>
              <a:t>持</a:t>
            </a:r>
          </a:p>
          <a:p>
            <a:pPr algn="ctr">
              <a:lnSpc>
                <a:spcPts val="2908"/>
              </a:lnSpc>
            </a:pPr>
            <a:r>
              <a:rPr sz="2692" b="1">
                <a:solidFill>
                  <a:srgbClr val="C8161D"/>
                </a:solidFill>
                <a:latin typeface="KaiTi"/>
                <a:ea typeface="楷体"/>
              </a:rPr>
              <a:t>处</a:t>
            </a:r>
          </a:p>
        </p:txBody>
      </p:sp>
      <p:sp>
        <p:nvSpPr>
          <p:cNvPr id="10" name="文字框1"/>
          <p:cNvSpPr/>
          <p:nvPr/>
        </p:nvSpPr>
        <p:spPr>
          <a:xfrm>
            <a:off x="152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11" name="文字框饰条1"/>
          <p:cNvSpPr/>
          <p:nvPr/>
        </p:nvSpPr>
        <p:spPr>
          <a:xfrm>
            <a:off x="170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12" name="介绍1"/>
          <p:cNvSpPr txBox="1"/>
          <p:nvPr/>
        </p:nvSpPr>
        <p:spPr>
          <a:xfrm>
            <a:off x="1773000" y="10494000"/>
            <a:ext cx="4896000" cy="4788000"/>
          </a:xfrm>
          <a:prstGeom prst="rect">
            <a:avLst/>
          </a:prstGeom>
          <a:noFill/>
        </p:spPr>
        <p:txBody>
          <a:bodyPr wrap="square" lIns="0" rIns="0" tIns="0" bIns="0" anchor="t">
            <a:noAutofit/>
          </a:bodyPr>
          <a:lstStyle/>
          <a:p>
            <a:pPr algn="just" marL="0" indent="720000">
              <a:lnSpc>
                <a:spcPts val="4251"/>
              </a:lnSpc>
            </a:pPr>
            <a:r>
              <a:rPr sz="2834" b="0">
                <a:solidFill>
                  <a:srgbClr val="333333"/>
                </a:solidFill>
                <a:latin typeface="Microsoft YaHei"/>
                <a:ea typeface="微软雅黑"/>
              </a:rPr>
              <a:t>刘明利精准研判1号机主给水泵B电机振动隐患，彰显了刘明利的技术自信、专业担当与对未知的执着探索精神——正是这些，构成了核安全文化的深层底色。刘明利同志用实际行动诠释了“我为核安全文化代言”的深刻内涵。</a:t>
            </a:r>
          </a:p>
        </p:txBody>
      </p:sp>
      <p:sp>
        <p:nvSpPr>
          <p:cNvPr id="13" name="热区1">
            <a:hlinkClick action="ppaction://hlinksldjump" r:id="rId4"/>
          </p:cNvPr>
          <p:cNvSpPr/>
          <p:nvPr/>
        </p:nvSpPr>
        <p:spPr>
          <a:xfrm>
            <a:off x="1521000" y="4410000"/>
            <a:ext cx="5400000" cy="11340000"/>
          </a:xfrm>
          <a:prstGeom prst="rect">
            <a:avLst/>
          </a:prstGeom>
          <a:solidFill>
            <a:srgbClr val="000000">
              <a:alpha val="0"/>
            </a:srgbClr>
          </a:solidFill>
          <a:ln>
            <a:noFill/>
          </a:ln>
        </p:spPr>
        <p:txBody>
          <a:bodyPr rtlCol="0" anchor="ctr"/>
          <a:lstStyle/>
          <a:p>
            <a:pPr algn="ctr"/>
          </a:p>
        </p:txBody>
      </p:sp>
      <p:pic>
        <p:nvPicPr>
          <p:cNvPr id="14" name="!!p2" descr="image.jpg"/>
          <p:cNvPicPr>
            <a:picLocks noChangeAspect="1"/>
          </p:cNvPicPr>
          <p:nvPr/>
        </p:nvPicPr>
        <p:blipFill>
          <a:blip r:embed="rId5"/>
          <a:srcRect t="6715" b="15668"/>
          <a:stretch>
            <a:fillRect/>
          </a:stretch>
        </p:blipFill>
        <p:spPr>
          <a:xfrm>
            <a:off x="751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15" name="红绸2" descr="image.png"/>
          <p:cNvPicPr>
            <a:picLocks noChangeAspect="1"/>
          </p:cNvPicPr>
          <p:nvPr/>
        </p:nvPicPr>
        <p:blipFill>
          <a:blip r:embed="rId3"/>
          <a:stretch>
            <a:fillRect/>
          </a:stretch>
        </p:blipFill>
        <p:spPr>
          <a:xfrm>
            <a:off x="7515000" y="4410000"/>
            <a:ext cx="5400000" cy="5400000"/>
          </a:xfrm>
          <a:prstGeom prst="roundRect">
            <a:avLst>
              <a:gd name="adj" fmla="val 4000"/>
            </a:avLst>
          </a:prstGeom>
        </p:spPr>
      </p:pic>
      <p:sp>
        <p:nvSpPr>
          <p:cNvPr id="16" name="相框边2"/>
          <p:cNvSpPr/>
          <p:nvPr/>
        </p:nvSpPr>
        <p:spPr>
          <a:xfrm>
            <a:off x="751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17" name="姓名2底"/>
          <p:cNvSpPr/>
          <p:nvPr/>
        </p:nvSpPr>
        <p:spPr>
          <a:xfrm>
            <a:off x="11439000" y="4626000"/>
            <a:ext cx="720000" cy="15984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18" name="姓名2"/>
          <p:cNvSpPr txBox="1"/>
          <p:nvPr/>
        </p:nvSpPr>
        <p:spPr>
          <a:xfrm>
            <a:off x="11439000" y="4806000"/>
            <a:ext cx="720000" cy="12384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张</a:t>
            </a:r>
          </a:p>
          <a:p>
            <a:pPr algn="ctr">
              <a:lnSpc>
                <a:spcPts val="4592"/>
              </a:lnSpc>
            </a:pPr>
            <a:r>
              <a:rPr sz="4251" b="1">
                <a:solidFill>
                  <a:srgbClr val="3A1A0A"/>
                </a:solidFill>
                <a:latin typeface="KaiTi"/>
                <a:ea typeface="楷体"/>
              </a:rPr>
              <a:t>岩</a:t>
            </a:r>
          </a:p>
        </p:txBody>
      </p:sp>
      <p:sp>
        <p:nvSpPr>
          <p:cNvPr id="19" name="单位2底"/>
          <p:cNvSpPr/>
          <p:nvPr/>
        </p:nvSpPr>
        <p:spPr>
          <a:xfrm>
            <a:off x="12231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0" name="单位2"/>
          <p:cNvSpPr txBox="1"/>
          <p:nvPr/>
        </p:nvSpPr>
        <p:spPr>
          <a:xfrm>
            <a:off x="12231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运</a:t>
            </a:r>
          </a:p>
          <a:p>
            <a:pPr algn="ctr">
              <a:lnSpc>
                <a:spcPts val="2908"/>
              </a:lnSpc>
            </a:pPr>
            <a:r>
              <a:rPr sz="2692" b="1">
                <a:solidFill>
                  <a:srgbClr val="C8161D"/>
                </a:solidFill>
                <a:latin typeface="KaiTi"/>
                <a:ea typeface="楷体"/>
              </a:rPr>
              <a:t>行</a:t>
            </a:r>
          </a:p>
          <a:p>
            <a:pPr algn="ctr">
              <a:lnSpc>
                <a:spcPts val="2908"/>
              </a:lnSpc>
            </a:pPr>
            <a:r>
              <a:rPr sz="2692" b="1">
                <a:solidFill>
                  <a:srgbClr val="C8161D"/>
                </a:solidFill>
                <a:latin typeface="KaiTi"/>
                <a:ea typeface="楷体"/>
              </a:rPr>
              <a:t>一</a:t>
            </a:r>
          </a:p>
          <a:p>
            <a:pPr algn="ctr">
              <a:lnSpc>
                <a:spcPts val="2908"/>
              </a:lnSpc>
            </a:pPr>
            <a:r>
              <a:rPr sz="2692" b="1">
                <a:solidFill>
                  <a:srgbClr val="C8161D"/>
                </a:solidFill>
                <a:latin typeface="KaiTi"/>
                <a:ea typeface="楷体"/>
              </a:rPr>
              <a:t>处</a:t>
            </a:r>
          </a:p>
        </p:txBody>
      </p:sp>
      <p:sp>
        <p:nvSpPr>
          <p:cNvPr id="21" name="文字框2"/>
          <p:cNvSpPr/>
          <p:nvPr/>
        </p:nvSpPr>
        <p:spPr>
          <a:xfrm>
            <a:off x="751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22" name="文字框饰条2"/>
          <p:cNvSpPr/>
          <p:nvPr/>
        </p:nvSpPr>
        <p:spPr>
          <a:xfrm>
            <a:off x="769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23" name="介绍2"/>
          <p:cNvSpPr txBox="1"/>
          <p:nvPr/>
        </p:nvSpPr>
        <p:spPr>
          <a:xfrm>
            <a:off x="7767000" y="10494000"/>
            <a:ext cx="4896000" cy="4788000"/>
          </a:xfrm>
          <a:prstGeom prst="rect">
            <a:avLst/>
          </a:prstGeom>
          <a:noFill/>
        </p:spPr>
        <p:txBody>
          <a:bodyPr wrap="square" lIns="0" rIns="0" tIns="0" bIns="0" anchor="t">
            <a:noAutofit/>
          </a:bodyPr>
          <a:lstStyle/>
          <a:p>
            <a:pPr algn="just" marL="0" indent="612000">
              <a:lnSpc>
                <a:spcPts val="3614"/>
              </a:lnSpc>
            </a:pPr>
            <a:r>
              <a:rPr sz="2409" b="0">
                <a:solidFill>
                  <a:srgbClr val="333333"/>
                </a:solidFill>
                <a:latin typeface="Microsoft YaHei"/>
                <a:ea typeface="微软雅黑"/>
              </a:rPr>
              <a:t>张岩发现并及时上报2号机CPS取样架标识与实际取样点不一致。张岩同志在隔离操作中，遇疑则停，并充分发挥主观能动性，对该系统有关取样管排逐根细致排查，确定CPS取样架区域存在系统性标牌错误，并及时上报，体现了严慎细实的工作作风，用实际行动履行了运行人员对核安全的庄重承诺。</a:t>
            </a:r>
          </a:p>
        </p:txBody>
      </p:sp>
      <p:sp>
        <p:nvSpPr>
          <p:cNvPr id="24" name="热区2">
            <a:hlinkClick action="ppaction://hlinksldjump" r:id="rId6"/>
          </p:cNvPr>
          <p:cNvSpPr/>
          <p:nvPr/>
        </p:nvSpPr>
        <p:spPr>
          <a:xfrm>
            <a:off x="7515000" y="4410000"/>
            <a:ext cx="5400000" cy="11340000"/>
          </a:xfrm>
          <a:prstGeom prst="rect">
            <a:avLst/>
          </a:prstGeom>
          <a:solidFill>
            <a:srgbClr val="000000">
              <a:alpha val="0"/>
            </a:srgbClr>
          </a:solidFill>
          <a:ln>
            <a:noFill/>
          </a:ln>
        </p:spPr>
        <p:txBody>
          <a:bodyPr rtlCol="0" anchor="ctr"/>
          <a:lstStyle/>
          <a:p>
            <a:pPr algn="ctr"/>
          </a:p>
        </p:txBody>
      </p:sp>
      <p:pic>
        <p:nvPicPr>
          <p:cNvPr id="25" name="!!p3" descr="image.jpg"/>
          <p:cNvPicPr>
            <a:picLocks noChangeAspect="1"/>
          </p:cNvPicPr>
          <p:nvPr/>
        </p:nvPicPr>
        <p:blipFill>
          <a:blip r:embed="rId7"/>
          <a:srcRect t="6715" b="15668"/>
          <a:stretch>
            <a:fillRect/>
          </a:stretch>
        </p:blipFill>
        <p:spPr>
          <a:xfrm>
            <a:off x="1350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26" name="红绸3" descr="image.png"/>
          <p:cNvPicPr>
            <a:picLocks noChangeAspect="1"/>
          </p:cNvPicPr>
          <p:nvPr/>
        </p:nvPicPr>
        <p:blipFill>
          <a:blip r:embed="rId3"/>
          <a:stretch>
            <a:fillRect/>
          </a:stretch>
        </p:blipFill>
        <p:spPr>
          <a:xfrm>
            <a:off x="13509000" y="4410000"/>
            <a:ext cx="5400000" cy="5400000"/>
          </a:xfrm>
          <a:prstGeom prst="roundRect">
            <a:avLst>
              <a:gd name="adj" fmla="val 4000"/>
            </a:avLst>
          </a:prstGeom>
        </p:spPr>
      </p:pic>
      <p:sp>
        <p:nvSpPr>
          <p:cNvPr id="27" name="相框边3"/>
          <p:cNvSpPr/>
          <p:nvPr/>
        </p:nvSpPr>
        <p:spPr>
          <a:xfrm>
            <a:off x="1350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28" name="姓名3底"/>
          <p:cNvSpPr/>
          <p:nvPr/>
        </p:nvSpPr>
        <p:spPr>
          <a:xfrm>
            <a:off x="17433000" y="4626000"/>
            <a:ext cx="720000" cy="15984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9" name="姓名3"/>
          <p:cNvSpPr txBox="1"/>
          <p:nvPr/>
        </p:nvSpPr>
        <p:spPr>
          <a:xfrm>
            <a:off x="17433000" y="4806000"/>
            <a:ext cx="720000" cy="12384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杨</a:t>
            </a:r>
          </a:p>
          <a:p>
            <a:pPr algn="ctr">
              <a:lnSpc>
                <a:spcPts val="4592"/>
              </a:lnSpc>
            </a:pPr>
            <a:r>
              <a:rPr sz="4251" b="1">
                <a:solidFill>
                  <a:srgbClr val="3A1A0A"/>
                </a:solidFill>
                <a:latin typeface="KaiTi"/>
                <a:ea typeface="楷体"/>
              </a:rPr>
              <a:t>帆</a:t>
            </a:r>
          </a:p>
        </p:txBody>
      </p:sp>
      <p:sp>
        <p:nvSpPr>
          <p:cNvPr id="30" name="单位3底"/>
          <p:cNvSpPr/>
          <p:nvPr/>
        </p:nvSpPr>
        <p:spPr>
          <a:xfrm>
            <a:off x="18225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31" name="单位3"/>
          <p:cNvSpPr txBox="1"/>
          <p:nvPr/>
        </p:nvSpPr>
        <p:spPr>
          <a:xfrm>
            <a:off x="18225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化</a:t>
            </a:r>
          </a:p>
          <a:p>
            <a:pPr algn="ctr">
              <a:lnSpc>
                <a:spcPts val="2908"/>
              </a:lnSpc>
            </a:pPr>
            <a:r>
              <a:rPr sz="2692" b="1">
                <a:solidFill>
                  <a:srgbClr val="C8161D"/>
                </a:solidFill>
                <a:latin typeface="KaiTi"/>
                <a:ea typeface="楷体"/>
              </a:rPr>
              <a:t>学</a:t>
            </a:r>
          </a:p>
          <a:p>
            <a:pPr algn="ctr">
              <a:lnSpc>
                <a:spcPts val="2908"/>
              </a:lnSpc>
            </a:pPr>
            <a:r>
              <a:rPr sz="2692" b="1">
                <a:solidFill>
                  <a:srgbClr val="C8161D"/>
                </a:solidFill>
                <a:latin typeface="KaiTi"/>
                <a:ea typeface="楷体"/>
              </a:rPr>
              <a:t>环</a:t>
            </a:r>
          </a:p>
          <a:p>
            <a:pPr algn="ctr">
              <a:lnSpc>
                <a:spcPts val="2908"/>
              </a:lnSpc>
            </a:pPr>
            <a:r>
              <a:rPr sz="2692" b="1">
                <a:solidFill>
                  <a:srgbClr val="C8161D"/>
                </a:solidFill>
                <a:latin typeface="KaiTi"/>
                <a:ea typeface="楷体"/>
              </a:rPr>
              <a:t>保</a:t>
            </a:r>
          </a:p>
          <a:p>
            <a:pPr algn="ctr">
              <a:lnSpc>
                <a:spcPts val="2908"/>
              </a:lnSpc>
            </a:pPr>
            <a:r>
              <a:rPr sz="2692" b="1">
                <a:solidFill>
                  <a:srgbClr val="C8161D"/>
                </a:solidFill>
                <a:latin typeface="KaiTi"/>
                <a:ea typeface="楷体"/>
              </a:rPr>
              <a:t>处</a:t>
            </a:r>
          </a:p>
        </p:txBody>
      </p:sp>
      <p:sp>
        <p:nvSpPr>
          <p:cNvPr id="32" name="文字框3"/>
          <p:cNvSpPr/>
          <p:nvPr/>
        </p:nvSpPr>
        <p:spPr>
          <a:xfrm>
            <a:off x="1350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33" name="文字框饰条3"/>
          <p:cNvSpPr/>
          <p:nvPr/>
        </p:nvSpPr>
        <p:spPr>
          <a:xfrm>
            <a:off x="1368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34" name="介绍3"/>
          <p:cNvSpPr txBox="1"/>
          <p:nvPr/>
        </p:nvSpPr>
        <p:spPr>
          <a:xfrm>
            <a:off x="13761000" y="10494000"/>
            <a:ext cx="4896000" cy="4788000"/>
          </a:xfrm>
          <a:prstGeom prst="rect">
            <a:avLst/>
          </a:prstGeom>
          <a:noFill/>
        </p:spPr>
        <p:txBody>
          <a:bodyPr wrap="square" lIns="0" rIns="0" tIns="0" bIns="0" anchor="t">
            <a:noAutofit/>
          </a:bodyPr>
          <a:lstStyle/>
          <a:p>
            <a:pPr algn="just" marL="0" indent="720000">
              <a:lnSpc>
                <a:spcPts val="4251"/>
              </a:lnSpc>
            </a:pPr>
            <a:r>
              <a:rPr sz="2834" b="0">
                <a:solidFill>
                  <a:srgbClr val="333333"/>
                </a:solidFill>
                <a:latin typeface="Microsoft YaHei"/>
                <a:ea typeface="微软雅黑"/>
              </a:rPr>
              <a:t>杨帆紧盯外委监测质量，严守监测数据安全防线。工作中，该同志始终秉持“严、慎、细、实”的优良作风，防患未然、精益求精，以高度的责任担当持续推动核安全文化走深走实，为核与辐射环境安全稳定保驾护航。</a:t>
            </a:r>
          </a:p>
        </p:txBody>
      </p:sp>
      <p:sp>
        <p:nvSpPr>
          <p:cNvPr id="35" name="热区3">
            <a:hlinkClick action="ppaction://hlinksldjump" r:id="rId8"/>
          </p:cNvPr>
          <p:cNvSpPr/>
          <p:nvPr/>
        </p:nvSpPr>
        <p:spPr>
          <a:xfrm>
            <a:off x="13509000" y="4410000"/>
            <a:ext cx="5400000" cy="11340000"/>
          </a:xfrm>
          <a:prstGeom prst="rect">
            <a:avLst/>
          </a:prstGeom>
          <a:solidFill>
            <a:srgbClr val="000000">
              <a:alpha val="0"/>
            </a:srgbClr>
          </a:solidFill>
          <a:ln>
            <a:noFill/>
          </a:ln>
        </p:spPr>
        <p:txBody>
          <a:bodyPr rtlCol="0" anchor="ctr"/>
          <a:lstStyle/>
          <a:p>
            <a:pPr algn="ctr"/>
          </a:p>
        </p:txBody>
      </p:sp>
      <p:pic>
        <p:nvPicPr>
          <p:cNvPr id="36" name="!!p4" descr="image.jpg"/>
          <p:cNvPicPr>
            <a:picLocks noChangeAspect="1"/>
          </p:cNvPicPr>
          <p:nvPr/>
        </p:nvPicPr>
        <p:blipFill>
          <a:blip r:embed="rId9"/>
          <a:srcRect t="6715" b="15668"/>
          <a:stretch>
            <a:fillRect/>
          </a:stretch>
        </p:blipFill>
        <p:spPr>
          <a:xfrm>
            <a:off x="19503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37" name="红绸4" descr="image.png"/>
          <p:cNvPicPr>
            <a:picLocks noChangeAspect="1"/>
          </p:cNvPicPr>
          <p:nvPr/>
        </p:nvPicPr>
        <p:blipFill>
          <a:blip r:embed="rId3"/>
          <a:stretch>
            <a:fillRect/>
          </a:stretch>
        </p:blipFill>
        <p:spPr>
          <a:xfrm>
            <a:off x="19503000" y="4410000"/>
            <a:ext cx="5400000" cy="5400000"/>
          </a:xfrm>
          <a:prstGeom prst="roundRect">
            <a:avLst>
              <a:gd name="adj" fmla="val 4000"/>
            </a:avLst>
          </a:prstGeom>
        </p:spPr>
      </p:pic>
      <p:sp>
        <p:nvSpPr>
          <p:cNvPr id="38" name="相框边4"/>
          <p:cNvSpPr/>
          <p:nvPr/>
        </p:nvSpPr>
        <p:spPr>
          <a:xfrm>
            <a:off x="19503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39" name="姓名4底"/>
          <p:cNvSpPr/>
          <p:nvPr/>
        </p:nvSpPr>
        <p:spPr>
          <a:xfrm>
            <a:off x="23427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0" name="姓名4"/>
          <p:cNvSpPr txBox="1"/>
          <p:nvPr/>
        </p:nvSpPr>
        <p:spPr>
          <a:xfrm>
            <a:off x="23427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庞</a:t>
            </a:r>
          </a:p>
          <a:p>
            <a:pPr algn="ctr">
              <a:lnSpc>
                <a:spcPts val="4592"/>
              </a:lnSpc>
            </a:pPr>
            <a:r>
              <a:rPr sz="4251" b="1">
                <a:solidFill>
                  <a:srgbClr val="3A1A0A"/>
                </a:solidFill>
                <a:latin typeface="KaiTi"/>
                <a:ea typeface="楷体"/>
              </a:rPr>
              <a:t>立</a:t>
            </a:r>
          </a:p>
          <a:p>
            <a:pPr algn="ctr">
              <a:lnSpc>
                <a:spcPts val="4592"/>
              </a:lnSpc>
            </a:pPr>
            <a:r>
              <a:rPr sz="4251" b="1">
                <a:solidFill>
                  <a:srgbClr val="3A1A0A"/>
                </a:solidFill>
                <a:latin typeface="KaiTi"/>
                <a:ea typeface="楷体"/>
              </a:rPr>
              <a:t>成</a:t>
            </a:r>
          </a:p>
        </p:txBody>
      </p:sp>
      <p:sp>
        <p:nvSpPr>
          <p:cNvPr id="41" name="单位4底"/>
          <p:cNvSpPr/>
          <p:nvPr/>
        </p:nvSpPr>
        <p:spPr>
          <a:xfrm>
            <a:off x="24219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2" name="单位4"/>
          <p:cNvSpPr txBox="1"/>
          <p:nvPr/>
        </p:nvSpPr>
        <p:spPr>
          <a:xfrm>
            <a:off x="24219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运</a:t>
            </a:r>
          </a:p>
          <a:p>
            <a:pPr algn="ctr">
              <a:lnSpc>
                <a:spcPts val="2908"/>
              </a:lnSpc>
            </a:pPr>
            <a:r>
              <a:rPr sz="2692" b="1">
                <a:solidFill>
                  <a:srgbClr val="C8161D"/>
                </a:solidFill>
                <a:latin typeface="KaiTi"/>
                <a:ea typeface="楷体"/>
              </a:rPr>
              <a:t>行</a:t>
            </a:r>
          </a:p>
          <a:p>
            <a:pPr algn="ctr">
              <a:lnSpc>
                <a:spcPts val="2908"/>
              </a:lnSpc>
            </a:pPr>
            <a:r>
              <a:rPr sz="2692" b="1">
                <a:solidFill>
                  <a:srgbClr val="C8161D"/>
                </a:solidFill>
                <a:latin typeface="KaiTi"/>
                <a:ea typeface="楷体"/>
              </a:rPr>
              <a:t>二</a:t>
            </a:r>
          </a:p>
          <a:p>
            <a:pPr algn="ctr">
              <a:lnSpc>
                <a:spcPts val="2908"/>
              </a:lnSpc>
            </a:pPr>
            <a:r>
              <a:rPr sz="2692" b="1">
                <a:solidFill>
                  <a:srgbClr val="C8161D"/>
                </a:solidFill>
                <a:latin typeface="KaiTi"/>
                <a:ea typeface="楷体"/>
              </a:rPr>
              <a:t>处</a:t>
            </a:r>
          </a:p>
        </p:txBody>
      </p:sp>
      <p:sp>
        <p:nvSpPr>
          <p:cNvPr id="43" name="文字框4"/>
          <p:cNvSpPr/>
          <p:nvPr/>
        </p:nvSpPr>
        <p:spPr>
          <a:xfrm>
            <a:off x="19503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44" name="文字框饰条4"/>
          <p:cNvSpPr/>
          <p:nvPr/>
        </p:nvSpPr>
        <p:spPr>
          <a:xfrm>
            <a:off x="19683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45" name="介绍4"/>
          <p:cNvSpPr txBox="1"/>
          <p:nvPr/>
        </p:nvSpPr>
        <p:spPr>
          <a:xfrm>
            <a:off x="19755000" y="10494000"/>
            <a:ext cx="4896000" cy="4788000"/>
          </a:xfrm>
          <a:prstGeom prst="rect">
            <a:avLst/>
          </a:prstGeom>
          <a:noFill/>
        </p:spPr>
        <p:txBody>
          <a:bodyPr wrap="square" lIns="0" rIns="0" tIns="0" bIns="0" anchor="t">
            <a:noAutofit/>
          </a:bodyPr>
          <a:lstStyle/>
          <a:p>
            <a:pPr algn="just" marL="0" indent="684000">
              <a:lnSpc>
                <a:spcPts val="4039"/>
              </a:lnSpc>
            </a:pPr>
            <a:r>
              <a:rPr sz="2692" b="0">
                <a:solidFill>
                  <a:srgbClr val="333333"/>
                </a:solidFill>
                <a:latin typeface="Microsoft YaHei"/>
                <a:ea typeface="微软雅黑"/>
              </a:rPr>
              <a:t>运行二处3号机五值庞立成及时发现并处置CCS B泵异常情况，成功避免设备损坏风险。庞立成不轻易放过任何隐患，尽职履责，对设备参数保持敏感，发现异常后第一时间响应，处置果断，行动高效，避免设备损坏和事件升级，用实际行动履行了对核安全的承诺。</a:t>
            </a:r>
          </a:p>
        </p:txBody>
      </p:sp>
      <p:sp>
        <p:nvSpPr>
          <p:cNvPr id="46" name="热区4">
            <a:hlinkClick action="ppaction://hlinksldjump" r:id="rId10"/>
          </p:cNvPr>
          <p:cNvSpPr/>
          <p:nvPr/>
        </p:nvSpPr>
        <p:spPr>
          <a:xfrm>
            <a:off x="19503000" y="4410000"/>
            <a:ext cx="5400000" cy="11340000"/>
          </a:xfrm>
          <a:prstGeom prst="rect">
            <a:avLst/>
          </a:prstGeom>
          <a:solidFill>
            <a:srgbClr val="000000">
              <a:alpha val="0"/>
            </a:srgbClr>
          </a:solidFill>
          <a:ln>
            <a:noFill/>
          </a:ln>
        </p:spPr>
        <p:txBody>
          <a:bodyPr rtlCol="0" anchor="ctr"/>
          <a:lstStyle/>
          <a:p>
            <a:pPr algn="ctr"/>
          </a:p>
        </p:txBody>
      </p:sp>
      <p:pic>
        <p:nvPicPr>
          <p:cNvPr id="47" name="!!p5" descr="image.jpg"/>
          <p:cNvPicPr>
            <a:picLocks noChangeAspect="1"/>
          </p:cNvPicPr>
          <p:nvPr/>
        </p:nvPicPr>
        <p:blipFill>
          <a:blip r:embed="rId11"/>
          <a:srcRect t="6715" b="15668"/>
          <a:stretch>
            <a:fillRect/>
          </a:stretch>
        </p:blipFill>
        <p:spPr>
          <a:xfrm>
            <a:off x="25497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8" name="红绸5" descr="image.png"/>
          <p:cNvPicPr>
            <a:picLocks noChangeAspect="1"/>
          </p:cNvPicPr>
          <p:nvPr/>
        </p:nvPicPr>
        <p:blipFill>
          <a:blip r:embed="rId3"/>
          <a:stretch>
            <a:fillRect/>
          </a:stretch>
        </p:blipFill>
        <p:spPr>
          <a:xfrm>
            <a:off x="25497000" y="4410000"/>
            <a:ext cx="5400000" cy="5400000"/>
          </a:xfrm>
          <a:prstGeom prst="roundRect">
            <a:avLst>
              <a:gd name="adj" fmla="val 4000"/>
            </a:avLst>
          </a:prstGeom>
        </p:spPr>
      </p:pic>
      <p:sp>
        <p:nvSpPr>
          <p:cNvPr id="49" name="相框边5"/>
          <p:cNvSpPr/>
          <p:nvPr/>
        </p:nvSpPr>
        <p:spPr>
          <a:xfrm>
            <a:off x="25497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50" name="姓名5底"/>
          <p:cNvSpPr/>
          <p:nvPr/>
        </p:nvSpPr>
        <p:spPr>
          <a:xfrm>
            <a:off x="29421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1" name="姓名5"/>
          <p:cNvSpPr txBox="1"/>
          <p:nvPr/>
        </p:nvSpPr>
        <p:spPr>
          <a:xfrm>
            <a:off x="29421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于</a:t>
            </a:r>
          </a:p>
          <a:p>
            <a:pPr algn="ctr">
              <a:lnSpc>
                <a:spcPts val="4592"/>
              </a:lnSpc>
            </a:pPr>
            <a:r>
              <a:rPr sz="4251" b="1">
                <a:solidFill>
                  <a:srgbClr val="3A1A0A"/>
                </a:solidFill>
                <a:latin typeface="KaiTi"/>
                <a:ea typeface="楷体"/>
              </a:rPr>
              <a:t>海</a:t>
            </a:r>
          </a:p>
          <a:p>
            <a:pPr algn="ctr">
              <a:lnSpc>
                <a:spcPts val="4592"/>
              </a:lnSpc>
            </a:pPr>
            <a:r>
              <a:rPr sz="4251" b="1">
                <a:solidFill>
                  <a:srgbClr val="3A1A0A"/>
                </a:solidFill>
                <a:latin typeface="KaiTi"/>
                <a:ea typeface="楷体"/>
              </a:rPr>
              <a:t>青</a:t>
            </a:r>
          </a:p>
        </p:txBody>
      </p:sp>
      <p:sp>
        <p:nvSpPr>
          <p:cNvPr id="52" name="单位5底"/>
          <p:cNvSpPr/>
          <p:nvPr/>
        </p:nvSpPr>
        <p:spPr>
          <a:xfrm>
            <a:off x="30213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3" name="单位5"/>
          <p:cNvSpPr txBox="1"/>
          <p:nvPr/>
        </p:nvSpPr>
        <p:spPr>
          <a:xfrm>
            <a:off x="30213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上</a:t>
            </a:r>
          </a:p>
          <a:p>
            <a:pPr algn="ctr">
              <a:lnSpc>
                <a:spcPts val="2908"/>
              </a:lnSpc>
            </a:pPr>
            <a:r>
              <a:rPr sz="2692" b="1">
                <a:solidFill>
                  <a:srgbClr val="C8161D"/>
                </a:solidFill>
                <a:latin typeface="KaiTi"/>
                <a:ea typeface="楷体"/>
              </a:rPr>
              <a:t>海</a:t>
            </a:r>
          </a:p>
          <a:p>
            <a:pPr algn="ctr">
              <a:lnSpc>
                <a:spcPts val="2908"/>
              </a:lnSpc>
            </a:pPr>
            <a:r>
              <a:rPr sz="2692" b="1">
                <a:solidFill>
                  <a:srgbClr val="C8161D"/>
                </a:solidFill>
                <a:latin typeface="KaiTi"/>
                <a:ea typeface="楷体"/>
              </a:rPr>
              <a:t>申</a:t>
            </a:r>
          </a:p>
          <a:p>
            <a:pPr algn="ctr">
              <a:lnSpc>
                <a:spcPts val="2908"/>
              </a:lnSpc>
            </a:pPr>
            <a:r>
              <a:rPr sz="2692" b="1">
                <a:solidFill>
                  <a:srgbClr val="C8161D"/>
                </a:solidFill>
                <a:latin typeface="KaiTi"/>
                <a:ea typeface="楷体"/>
              </a:rPr>
              <a:t>亿</a:t>
            </a:r>
          </a:p>
        </p:txBody>
      </p:sp>
      <p:sp>
        <p:nvSpPr>
          <p:cNvPr id="54" name="文字框5"/>
          <p:cNvSpPr/>
          <p:nvPr/>
        </p:nvSpPr>
        <p:spPr>
          <a:xfrm>
            <a:off x="25497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55" name="文字框饰条5"/>
          <p:cNvSpPr/>
          <p:nvPr/>
        </p:nvSpPr>
        <p:spPr>
          <a:xfrm>
            <a:off x="25677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56" name="介绍5"/>
          <p:cNvSpPr txBox="1"/>
          <p:nvPr/>
        </p:nvSpPr>
        <p:spPr>
          <a:xfrm>
            <a:off x="25749000" y="10494000"/>
            <a:ext cx="4896000" cy="4788000"/>
          </a:xfrm>
          <a:prstGeom prst="rect">
            <a:avLst/>
          </a:prstGeom>
          <a:noFill/>
        </p:spPr>
        <p:txBody>
          <a:bodyPr wrap="square" lIns="0" rIns="0" tIns="0" bIns="0" anchor="t">
            <a:noAutofit/>
          </a:bodyPr>
          <a:lstStyle/>
          <a:p>
            <a:pPr algn="just" marL="0" indent="540000">
              <a:lnSpc>
                <a:spcPts val="3188"/>
              </a:lnSpc>
            </a:pPr>
            <a:r>
              <a:rPr sz="2125" b="0">
                <a:solidFill>
                  <a:srgbClr val="333333"/>
                </a:solidFill>
                <a:latin typeface="Microsoft YaHei"/>
                <a:ea typeface="微软雅黑"/>
              </a:rPr>
              <a:t>上海申亿脚手架班组以质疑的工作态度发现低压氢气站门口静电消除器故障，暂停脚手架搭设，避免了潜在作业风险。于海青班组在此次作业准备中，坚持以质疑的工作态度审视每一个安全环节，不放过任何一项不符合条件的因素，有效避免了潜在的作业风险，展现了于海青班组严谨务实的工作作风和时刻将核安全放在首位的责任意识。他们的做法，是健康核安全文化在一线落地的真实写照。</a:t>
            </a:r>
          </a:p>
        </p:txBody>
      </p:sp>
      <p:sp>
        <p:nvSpPr>
          <p:cNvPr id="57" name="热区5">
            <a:hlinkClick action="ppaction://hlinksldjump" r:id="rId12"/>
          </p:cNvPr>
          <p:cNvSpPr/>
          <p:nvPr/>
        </p:nvSpPr>
        <p:spPr>
          <a:xfrm>
            <a:off x="25497000" y="4410000"/>
            <a:ext cx="5400000" cy="11340000"/>
          </a:xfrm>
          <a:prstGeom prst="rect">
            <a:avLst/>
          </a:prstGeom>
          <a:solidFill>
            <a:srgbClr val="000000">
              <a:alpha val="0"/>
            </a:srgbClr>
          </a:solidFill>
          <a:ln>
            <a:noFill/>
          </a:ln>
        </p:spPr>
        <p:txBody>
          <a:bodyPr rtlCol="0" anchor="ctr"/>
          <a:lstStyle/>
          <a:p>
            <a:pPr algn="ctr"/>
          </a:p>
        </p:txBody>
      </p:sp>
      <p:pic>
        <p:nvPicPr>
          <p:cNvPr id="58" name="!!p6" descr="image.jpg"/>
          <p:cNvPicPr>
            <a:picLocks noChangeAspect="1"/>
          </p:cNvPicPr>
          <p:nvPr/>
        </p:nvPicPr>
        <p:blipFill>
          <a:blip r:embed="rId13"/>
          <a:srcRect t="6715" b="15668"/>
          <a:stretch>
            <a:fillRect/>
          </a:stretch>
        </p:blipFill>
        <p:spPr>
          <a:xfrm>
            <a:off x="3149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59" name="红绸6" descr="image.png"/>
          <p:cNvPicPr>
            <a:picLocks noChangeAspect="1"/>
          </p:cNvPicPr>
          <p:nvPr/>
        </p:nvPicPr>
        <p:blipFill>
          <a:blip r:embed="rId3"/>
          <a:stretch>
            <a:fillRect/>
          </a:stretch>
        </p:blipFill>
        <p:spPr>
          <a:xfrm>
            <a:off x="31491000" y="4410000"/>
            <a:ext cx="5400000" cy="5400000"/>
          </a:xfrm>
          <a:prstGeom prst="roundRect">
            <a:avLst>
              <a:gd name="adj" fmla="val 4000"/>
            </a:avLst>
          </a:prstGeom>
        </p:spPr>
      </p:pic>
      <p:sp>
        <p:nvSpPr>
          <p:cNvPr id="60" name="相框边6"/>
          <p:cNvSpPr/>
          <p:nvPr/>
        </p:nvSpPr>
        <p:spPr>
          <a:xfrm>
            <a:off x="3149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1" name="姓名6底"/>
          <p:cNvSpPr/>
          <p:nvPr/>
        </p:nvSpPr>
        <p:spPr>
          <a:xfrm>
            <a:off x="35415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2" name="姓名6"/>
          <p:cNvSpPr txBox="1"/>
          <p:nvPr/>
        </p:nvSpPr>
        <p:spPr>
          <a:xfrm>
            <a:off x="35415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潘</a:t>
            </a:r>
          </a:p>
          <a:p>
            <a:pPr algn="ctr">
              <a:lnSpc>
                <a:spcPts val="4592"/>
              </a:lnSpc>
            </a:pPr>
            <a:r>
              <a:rPr sz="4251" b="1">
                <a:solidFill>
                  <a:srgbClr val="3A1A0A"/>
                </a:solidFill>
                <a:latin typeface="KaiTi"/>
                <a:ea typeface="楷体"/>
              </a:rPr>
              <a:t>绍</a:t>
            </a:r>
          </a:p>
          <a:p>
            <a:pPr algn="ctr">
              <a:lnSpc>
                <a:spcPts val="4592"/>
              </a:lnSpc>
            </a:pPr>
            <a:r>
              <a:rPr sz="4251" b="1">
                <a:solidFill>
                  <a:srgbClr val="3A1A0A"/>
                </a:solidFill>
                <a:latin typeface="KaiTi"/>
                <a:ea typeface="楷体"/>
              </a:rPr>
              <a:t>卓</a:t>
            </a:r>
          </a:p>
        </p:txBody>
      </p:sp>
      <p:sp>
        <p:nvSpPr>
          <p:cNvPr id="63" name="单位6底"/>
          <p:cNvSpPr/>
          <p:nvPr/>
        </p:nvSpPr>
        <p:spPr>
          <a:xfrm>
            <a:off x="36207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4" name="单位6"/>
          <p:cNvSpPr txBox="1"/>
          <p:nvPr/>
        </p:nvSpPr>
        <p:spPr>
          <a:xfrm>
            <a:off x="36207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运</a:t>
            </a:r>
          </a:p>
          <a:p>
            <a:pPr algn="ctr">
              <a:lnSpc>
                <a:spcPts val="2908"/>
              </a:lnSpc>
            </a:pPr>
            <a:r>
              <a:rPr sz="2692" b="1">
                <a:solidFill>
                  <a:srgbClr val="C8161D"/>
                </a:solidFill>
                <a:latin typeface="KaiTi"/>
                <a:ea typeface="楷体"/>
              </a:rPr>
              <a:t>行</a:t>
            </a:r>
          </a:p>
          <a:p>
            <a:pPr algn="ctr">
              <a:lnSpc>
                <a:spcPts val="2908"/>
              </a:lnSpc>
            </a:pPr>
            <a:r>
              <a:rPr sz="2692" b="1">
                <a:solidFill>
                  <a:srgbClr val="C8161D"/>
                </a:solidFill>
                <a:latin typeface="KaiTi"/>
                <a:ea typeface="楷体"/>
              </a:rPr>
              <a:t>一</a:t>
            </a:r>
          </a:p>
          <a:p>
            <a:pPr algn="ctr">
              <a:lnSpc>
                <a:spcPts val="2908"/>
              </a:lnSpc>
            </a:pPr>
            <a:r>
              <a:rPr sz="2692" b="1">
                <a:solidFill>
                  <a:srgbClr val="C8161D"/>
                </a:solidFill>
                <a:latin typeface="KaiTi"/>
                <a:ea typeface="楷体"/>
              </a:rPr>
              <a:t>处</a:t>
            </a:r>
          </a:p>
        </p:txBody>
      </p:sp>
      <p:sp>
        <p:nvSpPr>
          <p:cNvPr id="65" name="文字框6"/>
          <p:cNvSpPr/>
          <p:nvPr/>
        </p:nvSpPr>
        <p:spPr>
          <a:xfrm>
            <a:off x="3149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66" name="文字框饰条6"/>
          <p:cNvSpPr/>
          <p:nvPr/>
        </p:nvSpPr>
        <p:spPr>
          <a:xfrm>
            <a:off x="3167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67" name="介绍6"/>
          <p:cNvSpPr txBox="1"/>
          <p:nvPr/>
        </p:nvSpPr>
        <p:spPr>
          <a:xfrm>
            <a:off x="31743000" y="10494000"/>
            <a:ext cx="4896000" cy="4788000"/>
          </a:xfrm>
          <a:prstGeom prst="rect">
            <a:avLst/>
          </a:prstGeom>
          <a:noFill/>
        </p:spPr>
        <p:txBody>
          <a:bodyPr wrap="square" lIns="0" rIns="0" tIns="0" bIns="0" anchor="t">
            <a:noAutofit/>
          </a:bodyPr>
          <a:lstStyle/>
          <a:p>
            <a:pPr algn="just" marL="0" indent="648000">
              <a:lnSpc>
                <a:spcPts val="3826"/>
              </a:lnSpc>
            </a:pPr>
            <a:r>
              <a:rPr sz="2551" b="0">
                <a:solidFill>
                  <a:srgbClr val="333333"/>
                </a:solidFill>
                <a:latin typeface="Microsoft YaHei"/>
                <a:ea typeface="微软雅黑"/>
              </a:rPr>
              <a:t>运行一处2号机五值潘绍卓就地发现2号机低压缸轴封汽腔定位螺栓螺母松脱。潘绍卓发现现场重要设备安全稳定运行的安全隐患，及时跟踪处理，避免小缺陷演变成为重大的设备损坏事件，凭借扎实的现场工作经验与主人翁的责任担当，用心坚守机组安全运行最后的防线。</a:t>
            </a:r>
          </a:p>
        </p:txBody>
      </p:sp>
      <p:sp>
        <p:nvSpPr>
          <p:cNvPr id="68" name="热区6">
            <a:hlinkClick action="ppaction://hlinksldjump" r:id="rId14"/>
          </p:cNvPr>
          <p:cNvSpPr/>
          <p:nvPr/>
        </p:nvSpPr>
        <p:spPr>
          <a:xfrm>
            <a:off x="31491000" y="4410000"/>
            <a:ext cx="5400000" cy="11340000"/>
          </a:xfrm>
          <a:prstGeom prst="rect">
            <a:avLst/>
          </a:prstGeom>
          <a:solidFill>
            <a:srgbClr val="000000">
              <a:alpha val="0"/>
            </a:srgbClr>
          </a:solidFill>
          <a:ln>
            <a:noFill/>
          </a:ln>
        </p:spPr>
        <p:txBody>
          <a:bodyPr rtlCol="0" anchor="ctr"/>
          <a:lstStyle/>
          <a:p>
            <a:pPr algn="ctr"/>
          </a:p>
        </p:txBody>
      </p:sp>
      <p:pic>
        <p:nvPicPr>
          <p:cNvPr id="69" name="!!p7" descr="image.jpg"/>
          <p:cNvPicPr>
            <a:picLocks noChangeAspect="1"/>
          </p:cNvPicPr>
          <p:nvPr/>
        </p:nvPicPr>
        <p:blipFill>
          <a:blip r:embed="rId15"/>
          <a:srcRect t="6715" b="15668"/>
          <a:stretch>
            <a:fillRect/>
          </a:stretch>
        </p:blipFill>
        <p:spPr>
          <a:xfrm>
            <a:off x="3748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70" name="红绸7" descr="image.png"/>
          <p:cNvPicPr>
            <a:picLocks noChangeAspect="1"/>
          </p:cNvPicPr>
          <p:nvPr/>
        </p:nvPicPr>
        <p:blipFill>
          <a:blip r:embed="rId3"/>
          <a:stretch>
            <a:fillRect/>
          </a:stretch>
        </p:blipFill>
        <p:spPr>
          <a:xfrm>
            <a:off x="37485000" y="4410000"/>
            <a:ext cx="5400000" cy="5400000"/>
          </a:xfrm>
          <a:prstGeom prst="roundRect">
            <a:avLst>
              <a:gd name="adj" fmla="val 4000"/>
            </a:avLst>
          </a:prstGeom>
        </p:spPr>
      </p:pic>
      <p:sp>
        <p:nvSpPr>
          <p:cNvPr id="71" name="相框边7"/>
          <p:cNvSpPr/>
          <p:nvPr/>
        </p:nvSpPr>
        <p:spPr>
          <a:xfrm>
            <a:off x="3748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72" name="姓名7底"/>
          <p:cNvSpPr/>
          <p:nvPr/>
        </p:nvSpPr>
        <p:spPr>
          <a:xfrm>
            <a:off x="41409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3" name="姓名7"/>
          <p:cNvSpPr txBox="1"/>
          <p:nvPr/>
        </p:nvSpPr>
        <p:spPr>
          <a:xfrm>
            <a:off x="41409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成</a:t>
            </a:r>
          </a:p>
          <a:p>
            <a:pPr algn="ctr">
              <a:lnSpc>
                <a:spcPts val="4592"/>
              </a:lnSpc>
            </a:pPr>
            <a:r>
              <a:rPr sz="4251" b="1">
                <a:solidFill>
                  <a:srgbClr val="3A1A0A"/>
                </a:solidFill>
                <a:latin typeface="KaiTi"/>
                <a:ea typeface="楷体"/>
              </a:rPr>
              <a:t>鹏</a:t>
            </a:r>
          </a:p>
          <a:p>
            <a:pPr algn="ctr">
              <a:lnSpc>
                <a:spcPts val="4592"/>
              </a:lnSpc>
            </a:pPr>
            <a:r>
              <a:rPr sz="4251" b="1">
                <a:solidFill>
                  <a:srgbClr val="3A1A0A"/>
                </a:solidFill>
                <a:latin typeface="KaiTi"/>
                <a:ea typeface="楷体"/>
              </a:rPr>
              <a:t>飞</a:t>
            </a:r>
          </a:p>
        </p:txBody>
      </p:sp>
      <p:sp>
        <p:nvSpPr>
          <p:cNvPr id="74" name="单位7底"/>
          <p:cNvSpPr/>
          <p:nvPr/>
        </p:nvSpPr>
        <p:spPr>
          <a:xfrm>
            <a:off x="42201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5" name="单位7"/>
          <p:cNvSpPr txBox="1"/>
          <p:nvPr/>
        </p:nvSpPr>
        <p:spPr>
          <a:xfrm>
            <a:off x="42201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中</a:t>
            </a:r>
          </a:p>
          <a:p>
            <a:pPr algn="ctr">
              <a:lnSpc>
                <a:spcPts val="2908"/>
              </a:lnSpc>
            </a:pPr>
            <a:r>
              <a:rPr sz="2692" b="1">
                <a:solidFill>
                  <a:srgbClr val="C8161D"/>
                </a:solidFill>
                <a:latin typeface="KaiTi"/>
                <a:ea typeface="楷体"/>
              </a:rPr>
              <a:t>核</a:t>
            </a:r>
          </a:p>
          <a:p>
            <a:pPr algn="ctr">
              <a:lnSpc>
                <a:spcPts val="2908"/>
              </a:lnSpc>
            </a:pPr>
            <a:r>
              <a:rPr sz="2692" b="1">
                <a:solidFill>
                  <a:srgbClr val="C8161D"/>
                </a:solidFill>
                <a:latin typeface="KaiTi"/>
                <a:ea typeface="楷体"/>
              </a:rPr>
              <a:t>凯</a:t>
            </a:r>
          </a:p>
          <a:p>
            <a:pPr algn="ctr">
              <a:lnSpc>
                <a:spcPts val="2908"/>
              </a:lnSpc>
            </a:pPr>
            <a:r>
              <a:rPr sz="2692" b="1">
                <a:solidFill>
                  <a:srgbClr val="C8161D"/>
                </a:solidFill>
                <a:latin typeface="KaiTi"/>
                <a:ea typeface="楷体"/>
              </a:rPr>
              <a:t>利</a:t>
            </a:r>
          </a:p>
        </p:txBody>
      </p:sp>
      <p:sp>
        <p:nvSpPr>
          <p:cNvPr id="76" name="文字框7"/>
          <p:cNvSpPr/>
          <p:nvPr/>
        </p:nvSpPr>
        <p:spPr>
          <a:xfrm>
            <a:off x="3748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77" name="文字框饰条7"/>
          <p:cNvSpPr/>
          <p:nvPr/>
        </p:nvSpPr>
        <p:spPr>
          <a:xfrm>
            <a:off x="3766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78" name="介绍7"/>
          <p:cNvSpPr txBox="1"/>
          <p:nvPr/>
        </p:nvSpPr>
        <p:spPr>
          <a:xfrm>
            <a:off x="37737000" y="10494000"/>
            <a:ext cx="4896000" cy="4788000"/>
          </a:xfrm>
          <a:prstGeom prst="rect">
            <a:avLst/>
          </a:prstGeom>
          <a:noFill/>
        </p:spPr>
        <p:txBody>
          <a:bodyPr wrap="square" lIns="0" rIns="0" tIns="0" bIns="0" anchor="t">
            <a:noAutofit/>
          </a:bodyPr>
          <a:lstStyle/>
          <a:p>
            <a:pPr algn="just" marL="0" indent="612000">
              <a:lnSpc>
                <a:spcPts val="3614"/>
              </a:lnSpc>
            </a:pPr>
            <a:r>
              <a:rPr sz="2409" b="0">
                <a:solidFill>
                  <a:srgbClr val="333333"/>
                </a:solidFill>
                <a:latin typeface="Microsoft YaHei"/>
                <a:ea typeface="微软雅黑"/>
              </a:rPr>
              <a:t>成鹏飞及时识别放射性废物包装剂量率测量错误的安全隐患。成鹏飞日常工作中坚持以质疑的工作态度和严慎细实的工作方法对待每项任务，始终将“安全第一、质量第一”的安全理念落到实处。他以高度责任心和专业技能，体现了公司对核安全的高度重视，为全体员工树立了行为标杆。</a:t>
            </a:r>
          </a:p>
        </p:txBody>
      </p:sp>
      <p:sp>
        <p:nvSpPr>
          <p:cNvPr id="79" name="热区7">
            <a:hlinkClick action="ppaction://hlinksldjump" r:id="rId16"/>
          </p:cNvPr>
          <p:cNvSpPr/>
          <p:nvPr/>
        </p:nvSpPr>
        <p:spPr>
          <a:xfrm>
            <a:off x="37485000" y="4410000"/>
            <a:ext cx="5400000" cy="11340000"/>
          </a:xfrm>
          <a:prstGeom prst="rect">
            <a:avLst/>
          </a:prstGeom>
          <a:solidFill>
            <a:srgbClr val="000000">
              <a:alpha val="0"/>
            </a:srgbClr>
          </a:solidFill>
          <a:ln>
            <a:noFill/>
          </a:ln>
        </p:spPr>
        <p:txBody>
          <a:bodyPr rtlCol="0" anchor="ctr"/>
          <a:lstStyle/>
          <a:p>
            <a:pPr algn="ctr"/>
          </a:p>
        </p:txBody>
      </p:sp>
      <p:pic>
        <p:nvPicPr>
          <p:cNvPr id="80" name="!!p8" descr="image.jpg"/>
          <p:cNvPicPr>
            <a:picLocks noChangeAspect="1"/>
          </p:cNvPicPr>
          <p:nvPr/>
        </p:nvPicPr>
        <p:blipFill>
          <a:blip r:embed="rId17"/>
          <a:srcRect t="6715" b="15668"/>
          <a:stretch>
            <a:fillRect/>
          </a:stretch>
        </p:blipFill>
        <p:spPr>
          <a:xfrm>
            <a:off x="4347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81" name="红绸8" descr="image.png"/>
          <p:cNvPicPr>
            <a:picLocks noChangeAspect="1"/>
          </p:cNvPicPr>
          <p:nvPr/>
        </p:nvPicPr>
        <p:blipFill>
          <a:blip r:embed="rId3"/>
          <a:stretch>
            <a:fillRect/>
          </a:stretch>
        </p:blipFill>
        <p:spPr>
          <a:xfrm>
            <a:off x="43479000" y="4410000"/>
            <a:ext cx="5400000" cy="5400000"/>
          </a:xfrm>
          <a:prstGeom prst="roundRect">
            <a:avLst>
              <a:gd name="adj" fmla="val 4000"/>
            </a:avLst>
          </a:prstGeom>
        </p:spPr>
      </p:pic>
      <p:sp>
        <p:nvSpPr>
          <p:cNvPr id="82" name="相框边8"/>
          <p:cNvSpPr/>
          <p:nvPr/>
        </p:nvSpPr>
        <p:spPr>
          <a:xfrm>
            <a:off x="4347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83" name="姓名8底"/>
          <p:cNvSpPr/>
          <p:nvPr/>
        </p:nvSpPr>
        <p:spPr>
          <a:xfrm>
            <a:off x="47403000" y="4626000"/>
            <a:ext cx="720000" cy="21816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4" name="姓名8"/>
          <p:cNvSpPr txBox="1"/>
          <p:nvPr/>
        </p:nvSpPr>
        <p:spPr>
          <a:xfrm>
            <a:off x="47403000" y="4806000"/>
            <a:ext cx="720000" cy="18216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何</a:t>
            </a:r>
          </a:p>
          <a:p>
            <a:pPr algn="ctr">
              <a:lnSpc>
                <a:spcPts val="4592"/>
              </a:lnSpc>
            </a:pPr>
            <a:r>
              <a:rPr sz="4251" b="1">
                <a:solidFill>
                  <a:srgbClr val="3A1A0A"/>
                </a:solidFill>
                <a:latin typeface="KaiTi"/>
                <a:ea typeface="楷体"/>
              </a:rPr>
              <a:t>韶</a:t>
            </a:r>
          </a:p>
          <a:p>
            <a:pPr algn="ctr">
              <a:lnSpc>
                <a:spcPts val="4592"/>
              </a:lnSpc>
            </a:pPr>
            <a:r>
              <a:rPr sz="4251" b="1">
                <a:solidFill>
                  <a:srgbClr val="3A1A0A"/>
                </a:solidFill>
                <a:latin typeface="KaiTi"/>
                <a:ea typeface="楷体"/>
              </a:rPr>
              <a:t>然</a:t>
            </a:r>
          </a:p>
        </p:txBody>
      </p:sp>
      <p:sp>
        <p:nvSpPr>
          <p:cNvPr id="85" name="单位8底"/>
          <p:cNvSpPr/>
          <p:nvPr/>
        </p:nvSpPr>
        <p:spPr>
          <a:xfrm>
            <a:off x="48195000" y="5058000"/>
            <a:ext cx="504000" cy="190944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6" name="单位8"/>
          <p:cNvSpPr txBox="1"/>
          <p:nvPr/>
        </p:nvSpPr>
        <p:spPr>
          <a:xfrm>
            <a:off x="48195000" y="5238000"/>
            <a:ext cx="504000" cy="154944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运</a:t>
            </a:r>
          </a:p>
          <a:p>
            <a:pPr algn="ctr">
              <a:lnSpc>
                <a:spcPts val="2908"/>
              </a:lnSpc>
            </a:pPr>
            <a:r>
              <a:rPr sz="2692" b="1">
                <a:solidFill>
                  <a:srgbClr val="C8161D"/>
                </a:solidFill>
                <a:latin typeface="KaiTi"/>
                <a:ea typeface="楷体"/>
              </a:rPr>
              <a:t>行</a:t>
            </a:r>
          </a:p>
          <a:p>
            <a:pPr algn="ctr">
              <a:lnSpc>
                <a:spcPts val="2908"/>
              </a:lnSpc>
            </a:pPr>
            <a:r>
              <a:rPr sz="2692" b="1">
                <a:solidFill>
                  <a:srgbClr val="C8161D"/>
                </a:solidFill>
                <a:latin typeface="KaiTi"/>
                <a:ea typeface="楷体"/>
              </a:rPr>
              <a:t>二</a:t>
            </a:r>
          </a:p>
          <a:p>
            <a:pPr algn="ctr">
              <a:lnSpc>
                <a:spcPts val="2908"/>
              </a:lnSpc>
            </a:pPr>
            <a:r>
              <a:rPr sz="2692" b="1">
                <a:solidFill>
                  <a:srgbClr val="C8161D"/>
                </a:solidFill>
                <a:latin typeface="KaiTi"/>
                <a:ea typeface="楷体"/>
              </a:rPr>
              <a:t>处</a:t>
            </a:r>
          </a:p>
        </p:txBody>
      </p:sp>
      <p:sp>
        <p:nvSpPr>
          <p:cNvPr id="87" name="文字框8"/>
          <p:cNvSpPr/>
          <p:nvPr/>
        </p:nvSpPr>
        <p:spPr>
          <a:xfrm>
            <a:off x="4347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88" name="文字框饰条8"/>
          <p:cNvSpPr/>
          <p:nvPr/>
        </p:nvSpPr>
        <p:spPr>
          <a:xfrm>
            <a:off x="4365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89" name="介绍8"/>
          <p:cNvSpPr txBox="1"/>
          <p:nvPr/>
        </p:nvSpPr>
        <p:spPr>
          <a:xfrm>
            <a:off x="43731000" y="10494000"/>
            <a:ext cx="4896000" cy="4788000"/>
          </a:xfrm>
          <a:prstGeom prst="rect">
            <a:avLst/>
          </a:prstGeom>
          <a:noFill/>
        </p:spPr>
        <p:txBody>
          <a:bodyPr wrap="square" lIns="0" rIns="0" tIns="0" bIns="0" anchor="t">
            <a:noAutofit/>
          </a:bodyPr>
          <a:lstStyle/>
          <a:p>
            <a:pPr algn="just" marL="0" indent="648000">
              <a:lnSpc>
                <a:spcPts val="3826"/>
              </a:lnSpc>
            </a:pPr>
            <a:r>
              <a:rPr sz="2551" b="0">
                <a:solidFill>
                  <a:srgbClr val="333333"/>
                </a:solidFill>
                <a:latin typeface="Microsoft YaHei"/>
                <a:ea typeface="微软雅黑"/>
              </a:rPr>
              <a:t>何韶然深入思考，充分质疑，消除主给水泵安全隐患。何韶然不轻易放过任何隐患，不盲目接受现有逻辑设计，在发现调试机组存在隐患后主动反馈一期生产机组，实现了运行经验指导调试和调试经验反哺运行的双向联动，用实际行动践行了核安全文化核心理念。</a:t>
            </a:r>
          </a:p>
        </p:txBody>
      </p:sp>
      <p:sp>
        <p:nvSpPr>
          <p:cNvPr id="90" name="热区8">
            <a:hlinkClick action="ppaction://hlinksldjump" r:id="rId18"/>
          </p:cNvPr>
          <p:cNvSpPr/>
          <p:nvPr/>
        </p:nvSpPr>
        <p:spPr>
          <a:xfrm>
            <a:off x="43479000" y="4410000"/>
            <a:ext cx="5400000" cy="11340000"/>
          </a:xfrm>
          <a:prstGeom prst="rect">
            <a:avLst/>
          </a:prstGeom>
          <a:solidFill>
            <a:srgbClr val="000000">
              <a:alpha val="0"/>
            </a:srgbClr>
          </a:solidFill>
          <a:ln>
            <a:noFill/>
          </a:ln>
        </p:spPr>
        <p:txBody>
          <a:bodyPr rtlCol="0" anchor="ctr"/>
          <a:lstStyle/>
          <a:p>
            <a:pPr algn="ctr"/>
          </a:p>
        </p:txBody>
      </p:sp>
      <p:sp>
        <p:nvSpPr>
          <p:cNvPr id="91" name="下一页底"/>
          <p:cNvSpPr/>
          <p:nvPr/>
        </p:nvSpPr>
        <p:spPr>
          <a:xfrm>
            <a:off x="46530000" y="16830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92" name="下一页字"/>
          <p:cNvSpPr txBox="1"/>
          <p:nvPr/>
        </p:nvSpPr>
        <p:spPr>
          <a:xfrm>
            <a:off x="46530000" y="16830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下一页 ›</a:t>
            </a:r>
          </a:p>
        </p:txBody>
      </p:sp>
      <p:sp>
        <p:nvSpPr>
          <p:cNvPr id="93" name="下一页">
            <a:hlinkClick action="ppaction://hlinksldjump" r:id="rId19"/>
          </p:cNvPr>
          <p:cNvSpPr/>
          <p:nvPr/>
        </p:nvSpPr>
        <p:spPr>
          <a:xfrm>
            <a:off x="46530000" y="16830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1"/>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刘明利</a:t>
            </a:r>
          </a:p>
        </p:txBody>
      </p:sp>
      <p:sp>
        <p:nvSpPr>
          <p:cNvPr id="29" name="分隔左1"/>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1"/>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技术支持处</a:t>
            </a:r>
          </a:p>
        </p:txBody>
      </p:sp>
      <p:sp>
        <p:nvSpPr>
          <p:cNvPr id="34" name="事迹1"/>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“精准研判1号机主给水泵B电机振动隐患”</a:t>
            </a:r>
          </a:p>
        </p:txBody>
      </p:sp>
      <p:sp>
        <p:nvSpPr>
          <p:cNvPr id="35" name="标题1"/>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1"/>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1"/>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1"/>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1"/>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1"/>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刘明利精准研判1号机主给水泵B电机振动隐患，彰显了刘明利的技术自信、专业担当与对未知的执着探索精神——正是这些，构成了核安全文化的深层底色。刘明利同志用实际行动诠释了“我为核安全文化代言”的深刻内涵。</a:t>
            </a:r>
          </a:p>
        </p:txBody>
      </p:sp>
      <p:sp>
        <p:nvSpPr>
          <p:cNvPr id="41" name="返回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2"/>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张岩</a:t>
            </a:r>
          </a:p>
        </p:txBody>
      </p:sp>
      <p:sp>
        <p:nvSpPr>
          <p:cNvPr id="29" name="分隔左2"/>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2"/>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2"/>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“发现并及时上报2号机CPS取样架标识与实际取样点不一致”</a:t>
            </a:r>
          </a:p>
        </p:txBody>
      </p:sp>
      <p:sp>
        <p:nvSpPr>
          <p:cNvPr id="35" name="标题2"/>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2"/>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2"/>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2"/>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2"/>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2"/>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张岩发现并及时上报2号机CPS取样架标识与实际取样点不一致。张岩同志在隔离操作中，遇疑则停，并充分发挥主观能动性，对该系统有关取样管排逐根细致排查，确定CPS取样架区域存在系统性标牌错误，并及时上报，体现了严慎细实的工作作风，用实际行动履行了运行人员对核安全的庄重承诺。</a:t>
            </a:r>
          </a:p>
        </p:txBody>
      </p:sp>
      <p:sp>
        <p:nvSpPr>
          <p:cNvPr id="41" name="返回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3"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3"/>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3"/>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3"/>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3"/>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杨帆</a:t>
            </a:r>
          </a:p>
        </p:txBody>
      </p:sp>
      <p:sp>
        <p:nvSpPr>
          <p:cNvPr id="29" name="分隔左3"/>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3"/>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3"/>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3"/>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3"/>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化学环保处</a:t>
            </a:r>
          </a:p>
        </p:txBody>
      </p:sp>
      <p:sp>
        <p:nvSpPr>
          <p:cNvPr id="34" name="事迹3"/>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“紧盯外委监测质量，严守监测数据安全防线”</a:t>
            </a:r>
          </a:p>
        </p:txBody>
      </p:sp>
      <p:sp>
        <p:nvSpPr>
          <p:cNvPr id="35" name="标题3"/>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3"/>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3"/>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3"/>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3"/>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3"/>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杨帆紧盯外委监测质量，严守监测数据安全防线。工作中，该同志始终秉持“严、慎、细、实”的优良作风，防患未然、精益求精，以高度的责任担当持续推动核安全文化走深走实，为核与辐射环境安全稳定保驾护航。</a:t>
            </a:r>
          </a:p>
        </p:txBody>
      </p:sp>
      <p:sp>
        <p:nvSpPr>
          <p:cNvPr id="41" name="返回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4"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4"/>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4"/>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4"/>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4"/>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庞立成</a:t>
            </a:r>
          </a:p>
        </p:txBody>
      </p:sp>
      <p:sp>
        <p:nvSpPr>
          <p:cNvPr id="29" name="分隔左4"/>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4"/>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4"/>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4"/>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4"/>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4"/>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“及时发现并处置CCS B泵异常情况，成功避免设备损坏风险”</a:t>
            </a:r>
          </a:p>
        </p:txBody>
      </p:sp>
      <p:sp>
        <p:nvSpPr>
          <p:cNvPr id="35" name="标题4"/>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4"/>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4"/>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4"/>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4"/>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4"/>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运行二处3号机五值庞立成及时发现并处置CCS B泵异常情况，成功避免设备损坏风险。庞立成不轻易放过任何隐患，尽职履责，对设备参数保持敏感，发现异常后第一时间响应，处置果断，行动高效，避免设备损坏和事件升级，用实际行动履行了对核安全的承诺。</a:t>
            </a:r>
          </a:p>
        </p:txBody>
      </p:sp>
      <p:sp>
        <p:nvSpPr>
          <p:cNvPr id="41" name="返回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5"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5"/>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5"/>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5"/>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5"/>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于海青</a:t>
            </a:r>
          </a:p>
        </p:txBody>
      </p:sp>
      <p:sp>
        <p:nvSpPr>
          <p:cNvPr id="29" name="分隔左5"/>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5"/>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5"/>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5"/>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5"/>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上海申亿</a:t>
            </a:r>
          </a:p>
        </p:txBody>
      </p:sp>
      <p:sp>
        <p:nvSpPr>
          <p:cNvPr id="34" name="事迹5"/>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“发现低压氢气站门口静电消除器故障，暂停脚手架搭设”</a:t>
            </a:r>
          </a:p>
        </p:txBody>
      </p:sp>
      <p:sp>
        <p:nvSpPr>
          <p:cNvPr id="35" name="标题5"/>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5"/>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5"/>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5"/>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5"/>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5"/>
          <p:cNvSpPr txBox="1"/>
          <p:nvPr/>
        </p:nvSpPr>
        <p:spPr>
          <a:xfrm>
            <a:off x="32580390" y="4824000"/>
            <a:ext cx="15299610" cy="10116000"/>
          </a:xfrm>
          <a:prstGeom prst="rect">
            <a:avLst/>
          </a:prstGeom>
          <a:noFill/>
        </p:spPr>
        <p:txBody>
          <a:bodyPr wrap="square" lIns="0" rIns="0" tIns="0" bIns="0" anchor="ctr">
            <a:noAutofit/>
          </a:bodyPr>
          <a:lstStyle/>
          <a:p>
            <a:pPr algn="just" marL="0" indent="1296000">
              <a:lnSpc>
                <a:spcPts val="8674"/>
              </a:lnSpc>
            </a:pPr>
            <a:r>
              <a:rPr sz="5102" b="0">
                <a:solidFill>
                  <a:srgbClr val="FFF3E2"/>
                </a:solidFill>
                <a:latin typeface="Microsoft YaHei"/>
                <a:ea typeface="微软雅黑"/>
              </a:rPr>
              <a:t>上海申亿脚手架班组以质疑的工作态度发现低压氢气站门口静电消除器故障，暂停脚手架搭设，避免了潜在作业风险。于海青班组在此次作业准备中，坚持以质疑的工作态度审视每一个安全环节，不放过任何一项不符合条件的因素，有效避免了潜在的作业风险，展现了于海青班组严谨务实的工作作风和时刻将核安全放在首位的责任意识。他们的做法，是健康核安全文化在一线落地的真实写照。</a:t>
            </a:r>
          </a:p>
        </p:txBody>
      </p:sp>
      <p:sp>
        <p:nvSpPr>
          <p:cNvPr id="41" name="返回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6"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6"/>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6"/>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6"/>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6"/>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潘绍卓</a:t>
            </a:r>
          </a:p>
        </p:txBody>
      </p:sp>
      <p:sp>
        <p:nvSpPr>
          <p:cNvPr id="29" name="分隔左6"/>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6"/>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6"/>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6"/>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6"/>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6"/>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“就地发现2号机低压缸轴封汽腔定位螺栓螺母松脱”</a:t>
            </a:r>
          </a:p>
        </p:txBody>
      </p:sp>
      <p:sp>
        <p:nvSpPr>
          <p:cNvPr id="35" name="标题6"/>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6"/>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6"/>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6"/>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6"/>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6"/>
          <p:cNvSpPr txBox="1"/>
          <p:nvPr/>
        </p:nvSpPr>
        <p:spPr>
          <a:xfrm>
            <a:off x="32580390" y="4824000"/>
            <a:ext cx="15299610" cy="10116000"/>
          </a:xfrm>
          <a:prstGeom prst="rect">
            <a:avLst/>
          </a:prstGeom>
          <a:noFill/>
        </p:spPr>
        <p:txBody>
          <a:bodyPr wrap="square" lIns="0" rIns="0" tIns="0" bIns="0" anchor="ctr">
            <a:noAutofit/>
          </a:bodyPr>
          <a:lstStyle/>
          <a:p>
            <a:pPr algn="just" marL="0" indent="1584000">
              <a:lnSpc>
                <a:spcPts val="10601"/>
              </a:lnSpc>
            </a:pPr>
            <a:r>
              <a:rPr sz="6236" b="0">
                <a:solidFill>
                  <a:srgbClr val="FFF3E2"/>
                </a:solidFill>
                <a:latin typeface="Microsoft YaHei"/>
                <a:ea typeface="微软雅黑"/>
              </a:rPr>
              <a:t>运行一处2号机五值潘绍卓就地发现2号机低压缸轴封汽腔定位螺栓螺母松脱。潘绍卓发现现场重要设备安全稳定运行的安全隐患，及时跟踪处理，避免小缺陷演变成为重大的设备损坏事件，凭借扎实的现场工作经验与主人翁的责任担当，用心坚守机组安全运行最后的防线。</a:t>
            </a:r>
          </a:p>
        </p:txBody>
      </p:sp>
      <p:sp>
        <p:nvSpPr>
          <p:cNvPr id="41" name="返回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7"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7"/>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7"/>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7"/>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7"/>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成鹏飞</a:t>
            </a:r>
          </a:p>
        </p:txBody>
      </p:sp>
      <p:sp>
        <p:nvSpPr>
          <p:cNvPr id="29" name="分隔左7"/>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7"/>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7"/>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7"/>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7"/>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中核凯利</a:t>
            </a:r>
          </a:p>
        </p:txBody>
      </p:sp>
      <p:sp>
        <p:nvSpPr>
          <p:cNvPr id="34" name="事迹7"/>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“及时识别放射性废物包装剂量率测量错误的安全隐患”</a:t>
            </a:r>
          </a:p>
        </p:txBody>
      </p:sp>
      <p:sp>
        <p:nvSpPr>
          <p:cNvPr id="35" name="标题7"/>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7"/>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7"/>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7"/>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7"/>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7"/>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成鹏飞及时识别放射性废物包装剂量率测量错误的安全隐患。成鹏飞日常工作中坚持以质疑的工作态度和严慎细实的工作方法对待每项任务，始终将“安全第一、质量第一”的安全理念落到实处。他以高度责任心和专业技能，体现了公司对核安全的高度重视，为全体员工树立了行为标杆。</a:t>
            </a:r>
          </a:p>
        </p:txBody>
      </p:sp>
      <p:sp>
        <p:nvSpPr>
          <p:cNvPr id="41" name="返回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8"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8"/>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8"/>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8"/>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8"/>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何韶然</a:t>
            </a:r>
          </a:p>
        </p:txBody>
      </p:sp>
      <p:sp>
        <p:nvSpPr>
          <p:cNvPr id="29" name="分隔左8"/>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8"/>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8"/>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8"/>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8"/>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8"/>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“深入思考，充分质疑，消除主给水泵安全隐患”</a:t>
            </a:r>
          </a:p>
        </p:txBody>
      </p:sp>
      <p:sp>
        <p:nvSpPr>
          <p:cNvPr id="35" name="标题8"/>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8"/>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8"/>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8"/>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8"/>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8"/>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何韶然深入思考，充分质疑，消除主给水泵安全隐患。何韶然不轻易放过任何隐患，不盲目接受现有逻辑设计，在发现调试机组存在隐患后主动反馈一期生产机组，实现了运行经验指导调试和调试经验反哺运行的双向联动，用实际行动践行了核安全文化核心理念。</a:t>
            </a:r>
          </a:p>
        </p:txBody>
      </p:sp>
      <p:sp>
        <p:nvSpPr>
          <p:cNvPr id="41" name="返回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面板"/>
          <p:cNvSpPr/>
          <p:nvPr/>
        </p:nvSpPr>
        <p:spPr>
          <a:xfrm>
            <a:off x="810000" y="3690000"/>
            <a:ext cx="48780000" cy="12600000"/>
          </a:xfrm>
          <a:prstGeom prst="roundRect">
            <a:avLst>
              <a:gd name="adj" fmla="val 3714"/>
            </a:avLst>
          </a:prstGeom>
          <a:gradFill rotWithShape="1">
            <a:gsLst>
              <a:gs pos="0">
                <a:srgbClr val="B91019">
                  <a:alpha val="92000"/>
                </a:srgbClr>
              </a:gs>
              <a:gs pos="100000">
                <a:srgbClr val="A00C14">
                  <a:alpha val="92000"/>
                </a:srgbClr>
              </a:gs>
            </a:gsLst>
            <a:lin ang="5400000" scaled="0"/>
          </a:gradFill>
          <a:ln w="27000">
            <a:solidFill>
              <a:srgbClr val="D8343A"/>
            </a:solidFill>
          </a:ln>
          <a:effectLst>
            <a:outerShdw blurRad="540000" dist="144000" dir="5400000" algn="t" rotWithShape="0">
              <a:srgbClr val="000000">
                <a:alpha val="30000"/>
              </a:srgbClr>
            </a:outerShdw>
          </a:effectLst>
        </p:spPr>
        <p:txBody>
          <a:bodyPr rtlCol="0" anchor="ctr"/>
          <a:lstStyle/>
          <a:p>
            <a:pPr algn="ctr"/>
          </a:p>
        </p:txBody>
      </p:sp>
      <p:pic>
        <p:nvPicPr>
          <p:cNvPr id="3" name="!!p9" descr="image.jpg"/>
          <p:cNvPicPr>
            <a:picLocks noChangeAspect="1"/>
          </p:cNvPicPr>
          <p:nvPr/>
        </p:nvPicPr>
        <p:blipFill>
          <a:blip r:embed="rId2"/>
          <a:srcRect l="12500" r="12500"/>
          <a:stretch>
            <a:fillRect/>
          </a:stretch>
        </p:blipFill>
        <p:spPr>
          <a:xfrm>
            <a:off x="152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 name="红绸9" descr="image.png"/>
          <p:cNvPicPr>
            <a:picLocks noChangeAspect="1"/>
          </p:cNvPicPr>
          <p:nvPr/>
        </p:nvPicPr>
        <p:blipFill>
          <a:blip r:embed="rId3"/>
          <a:stretch>
            <a:fillRect/>
          </a:stretch>
        </p:blipFill>
        <p:spPr>
          <a:xfrm>
            <a:off x="1521000" y="4410000"/>
            <a:ext cx="5400000" cy="5400000"/>
          </a:xfrm>
          <a:prstGeom prst="roundRect">
            <a:avLst>
              <a:gd name="adj" fmla="val 4000"/>
            </a:avLst>
          </a:prstGeom>
        </p:spPr>
      </p:pic>
      <p:sp>
        <p:nvSpPr>
          <p:cNvPr id="5" name="相框边9"/>
          <p:cNvSpPr/>
          <p:nvPr/>
        </p:nvSpPr>
        <p:spPr>
          <a:xfrm>
            <a:off x="152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 name="姓名9底"/>
          <p:cNvSpPr/>
          <p:nvPr/>
        </p:nvSpPr>
        <p:spPr>
          <a:xfrm>
            <a:off x="5445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 name="姓名9"/>
          <p:cNvSpPr txBox="1"/>
          <p:nvPr/>
        </p:nvSpPr>
        <p:spPr>
          <a:xfrm>
            <a:off x="5445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0</a:t>
            </a:r>
          </a:p>
          <a:p>
            <a:pPr algn="ctr">
              <a:lnSpc>
                <a:spcPts val="4592"/>
              </a:lnSpc>
            </a:pPr>
            <a:r>
              <a:rPr sz="4251" b="1">
                <a:solidFill>
                  <a:srgbClr val="3A1A0A"/>
                </a:solidFill>
                <a:latin typeface="KaiTi"/>
                <a:ea typeface="楷体"/>
              </a:rPr>
              <a:t>9</a:t>
            </a:r>
          </a:p>
        </p:txBody>
      </p:sp>
      <p:sp>
        <p:nvSpPr>
          <p:cNvPr id="8" name="单位9底"/>
          <p:cNvSpPr/>
          <p:nvPr/>
        </p:nvSpPr>
        <p:spPr>
          <a:xfrm>
            <a:off x="6237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9" name="单位9"/>
          <p:cNvSpPr txBox="1"/>
          <p:nvPr/>
        </p:nvSpPr>
        <p:spPr>
          <a:xfrm>
            <a:off x="6237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10" name="文字框9"/>
          <p:cNvSpPr/>
          <p:nvPr/>
        </p:nvSpPr>
        <p:spPr>
          <a:xfrm>
            <a:off x="152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11" name="文字框饰条9"/>
          <p:cNvSpPr/>
          <p:nvPr/>
        </p:nvSpPr>
        <p:spPr>
          <a:xfrm>
            <a:off x="170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12" name="介绍9"/>
          <p:cNvSpPr txBox="1"/>
          <p:nvPr/>
        </p:nvSpPr>
        <p:spPr>
          <a:xfrm>
            <a:off x="1773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13" name="热区9">
            <a:hlinkClick action="ppaction://hlinksldjump" r:id="rId4"/>
          </p:cNvPr>
          <p:cNvSpPr/>
          <p:nvPr/>
        </p:nvSpPr>
        <p:spPr>
          <a:xfrm>
            <a:off x="1521000" y="4410000"/>
            <a:ext cx="5400000" cy="11340000"/>
          </a:xfrm>
          <a:prstGeom prst="rect">
            <a:avLst/>
          </a:prstGeom>
          <a:solidFill>
            <a:srgbClr val="000000">
              <a:alpha val="0"/>
            </a:srgbClr>
          </a:solidFill>
          <a:ln>
            <a:noFill/>
          </a:ln>
        </p:spPr>
        <p:txBody>
          <a:bodyPr rtlCol="0" anchor="ctr"/>
          <a:lstStyle/>
          <a:p>
            <a:pPr algn="ctr"/>
          </a:p>
        </p:txBody>
      </p:sp>
      <p:pic>
        <p:nvPicPr>
          <p:cNvPr id="14" name="!!p10" descr="image.jpg"/>
          <p:cNvPicPr>
            <a:picLocks noChangeAspect="1"/>
          </p:cNvPicPr>
          <p:nvPr/>
        </p:nvPicPr>
        <p:blipFill>
          <a:blip r:embed="rId2"/>
          <a:srcRect l="12500" r="12500"/>
          <a:stretch>
            <a:fillRect/>
          </a:stretch>
        </p:blipFill>
        <p:spPr>
          <a:xfrm>
            <a:off x="751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15" name="红绸10" descr="image.png"/>
          <p:cNvPicPr>
            <a:picLocks noChangeAspect="1"/>
          </p:cNvPicPr>
          <p:nvPr/>
        </p:nvPicPr>
        <p:blipFill>
          <a:blip r:embed="rId3"/>
          <a:stretch>
            <a:fillRect/>
          </a:stretch>
        </p:blipFill>
        <p:spPr>
          <a:xfrm>
            <a:off x="7515000" y="4410000"/>
            <a:ext cx="5400000" cy="5400000"/>
          </a:xfrm>
          <a:prstGeom prst="roundRect">
            <a:avLst>
              <a:gd name="adj" fmla="val 4000"/>
            </a:avLst>
          </a:prstGeom>
        </p:spPr>
      </p:pic>
      <p:sp>
        <p:nvSpPr>
          <p:cNvPr id="16" name="相框边10"/>
          <p:cNvSpPr/>
          <p:nvPr/>
        </p:nvSpPr>
        <p:spPr>
          <a:xfrm>
            <a:off x="751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17" name="姓名10底"/>
          <p:cNvSpPr/>
          <p:nvPr/>
        </p:nvSpPr>
        <p:spPr>
          <a:xfrm>
            <a:off x="11439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18" name="姓名10"/>
          <p:cNvSpPr txBox="1"/>
          <p:nvPr/>
        </p:nvSpPr>
        <p:spPr>
          <a:xfrm>
            <a:off x="11439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0</a:t>
            </a:r>
          </a:p>
        </p:txBody>
      </p:sp>
      <p:sp>
        <p:nvSpPr>
          <p:cNvPr id="19" name="单位10底"/>
          <p:cNvSpPr/>
          <p:nvPr/>
        </p:nvSpPr>
        <p:spPr>
          <a:xfrm>
            <a:off x="12231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0" name="单位10"/>
          <p:cNvSpPr txBox="1"/>
          <p:nvPr/>
        </p:nvSpPr>
        <p:spPr>
          <a:xfrm>
            <a:off x="12231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21" name="文字框10"/>
          <p:cNvSpPr/>
          <p:nvPr/>
        </p:nvSpPr>
        <p:spPr>
          <a:xfrm>
            <a:off x="751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22" name="文字框饰条10"/>
          <p:cNvSpPr/>
          <p:nvPr/>
        </p:nvSpPr>
        <p:spPr>
          <a:xfrm>
            <a:off x="769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23" name="介绍10"/>
          <p:cNvSpPr txBox="1"/>
          <p:nvPr/>
        </p:nvSpPr>
        <p:spPr>
          <a:xfrm>
            <a:off x="7767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24" name="热区10">
            <a:hlinkClick action="ppaction://hlinksldjump" r:id="rId5"/>
          </p:cNvPr>
          <p:cNvSpPr/>
          <p:nvPr/>
        </p:nvSpPr>
        <p:spPr>
          <a:xfrm>
            <a:off x="7515000" y="4410000"/>
            <a:ext cx="5400000" cy="11340000"/>
          </a:xfrm>
          <a:prstGeom prst="rect">
            <a:avLst/>
          </a:prstGeom>
          <a:solidFill>
            <a:srgbClr val="000000">
              <a:alpha val="0"/>
            </a:srgbClr>
          </a:solidFill>
          <a:ln>
            <a:noFill/>
          </a:ln>
        </p:spPr>
        <p:txBody>
          <a:bodyPr rtlCol="0" anchor="ctr"/>
          <a:lstStyle/>
          <a:p>
            <a:pPr algn="ctr"/>
          </a:p>
        </p:txBody>
      </p:sp>
      <p:pic>
        <p:nvPicPr>
          <p:cNvPr id="25" name="!!p11" descr="image.jpg"/>
          <p:cNvPicPr>
            <a:picLocks noChangeAspect="1"/>
          </p:cNvPicPr>
          <p:nvPr/>
        </p:nvPicPr>
        <p:blipFill>
          <a:blip r:embed="rId2"/>
          <a:srcRect l="12500" r="12500"/>
          <a:stretch>
            <a:fillRect/>
          </a:stretch>
        </p:blipFill>
        <p:spPr>
          <a:xfrm>
            <a:off x="1350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26" name="红绸11" descr="image.png"/>
          <p:cNvPicPr>
            <a:picLocks noChangeAspect="1"/>
          </p:cNvPicPr>
          <p:nvPr/>
        </p:nvPicPr>
        <p:blipFill>
          <a:blip r:embed="rId3"/>
          <a:stretch>
            <a:fillRect/>
          </a:stretch>
        </p:blipFill>
        <p:spPr>
          <a:xfrm>
            <a:off x="13509000" y="4410000"/>
            <a:ext cx="5400000" cy="5400000"/>
          </a:xfrm>
          <a:prstGeom prst="roundRect">
            <a:avLst>
              <a:gd name="adj" fmla="val 4000"/>
            </a:avLst>
          </a:prstGeom>
        </p:spPr>
      </p:pic>
      <p:sp>
        <p:nvSpPr>
          <p:cNvPr id="27" name="相框边11"/>
          <p:cNvSpPr/>
          <p:nvPr/>
        </p:nvSpPr>
        <p:spPr>
          <a:xfrm>
            <a:off x="1350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28" name="姓名11底"/>
          <p:cNvSpPr/>
          <p:nvPr/>
        </p:nvSpPr>
        <p:spPr>
          <a:xfrm>
            <a:off x="17433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9" name="姓名11"/>
          <p:cNvSpPr txBox="1"/>
          <p:nvPr/>
        </p:nvSpPr>
        <p:spPr>
          <a:xfrm>
            <a:off x="17433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1</a:t>
            </a:r>
          </a:p>
        </p:txBody>
      </p:sp>
      <p:sp>
        <p:nvSpPr>
          <p:cNvPr id="30" name="单位11底"/>
          <p:cNvSpPr/>
          <p:nvPr/>
        </p:nvSpPr>
        <p:spPr>
          <a:xfrm>
            <a:off x="18225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31" name="单位11"/>
          <p:cNvSpPr txBox="1"/>
          <p:nvPr/>
        </p:nvSpPr>
        <p:spPr>
          <a:xfrm>
            <a:off x="18225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32" name="文字框11"/>
          <p:cNvSpPr/>
          <p:nvPr/>
        </p:nvSpPr>
        <p:spPr>
          <a:xfrm>
            <a:off x="1350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33" name="文字框饰条11"/>
          <p:cNvSpPr/>
          <p:nvPr/>
        </p:nvSpPr>
        <p:spPr>
          <a:xfrm>
            <a:off x="1368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34" name="介绍11"/>
          <p:cNvSpPr txBox="1"/>
          <p:nvPr/>
        </p:nvSpPr>
        <p:spPr>
          <a:xfrm>
            <a:off x="13761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35" name="热区11">
            <a:hlinkClick action="ppaction://hlinksldjump" r:id="rId6"/>
          </p:cNvPr>
          <p:cNvSpPr/>
          <p:nvPr/>
        </p:nvSpPr>
        <p:spPr>
          <a:xfrm>
            <a:off x="13509000" y="4410000"/>
            <a:ext cx="5400000" cy="11340000"/>
          </a:xfrm>
          <a:prstGeom prst="rect">
            <a:avLst/>
          </a:prstGeom>
          <a:solidFill>
            <a:srgbClr val="000000">
              <a:alpha val="0"/>
            </a:srgbClr>
          </a:solidFill>
          <a:ln>
            <a:noFill/>
          </a:ln>
        </p:spPr>
        <p:txBody>
          <a:bodyPr rtlCol="0" anchor="ctr"/>
          <a:lstStyle/>
          <a:p>
            <a:pPr algn="ctr"/>
          </a:p>
        </p:txBody>
      </p:sp>
      <p:pic>
        <p:nvPicPr>
          <p:cNvPr id="36" name="!!p12" descr="image.jpg"/>
          <p:cNvPicPr>
            <a:picLocks noChangeAspect="1"/>
          </p:cNvPicPr>
          <p:nvPr/>
        </p:nvPicPr>
        <p:blipFill>
          <a:blip r:embed="rId2"/>
          <a:srcRect l="12500" r="12500"/>
          <a:stretch>
            <a:fillRect/>
          </a:stretch>
        </p:blipFill>
        <p:spPr>
          <a:xfrm>
            <a:off x="19503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37" name="红绸12" descr="image.png"/>
          <p:cNvPicPr>
            <a:picLocks noChangeAspect="1"/>
          </p:cNvPicPr>
          <p:nvPr/>
        </p:nvPicPr>
        <p:blipFill>
          <a:blip r:embed="rId3"/>
          <a:stretch>
            <a:fillRect/>
          </a:stretch>
        </p:blipFill>
        <p:spPr>
          <a:xfrm>
            <a:off x="19503000" y="4410000"/>
            <a:ext cx="5400000" cy="5400000"/>
          </a:xfrm>
          <a:prstGeom prst="roundRect">
            <a:avLst>
              <a:gd name="adj" fmla="val 4000"/>
            </a:avLst>
          </a:prstGeom>
        </p:spPr>
      </p:pic>
      <p:sp>
        <p:nvSpPr>
          <p:cNvPr id="38" name="相框边12"/>
          <p:cNvSpPr/>
          <p:nvPr/>
        </p:nvSpPr>
        <p:spPr>
          <a:xfrm>
            <a:off x="19503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39" name="姓名12底"/>
          <p:cNvSpPr/>
          <p:nvPr/>
        </p:nvSpPr>
        <p:spPr>
          <a:xfrm>
            <a:off x="23427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0" name="姓名12"/>
          <p:cNvSpPr txBox="1"/>
          <p:nvPr/>
        </p:nvSpPr>
        <p:spPr>
          <a:xfrm>
            <a:off x="23427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2</a:t>
            </a:r>
          </a:p>
        </p:txBody>
      </p:sp>
      <p:sp>
        <p:nvSpPr>
          <p:cNvPr id="41" name="单位12底"/>
          <p:cNvSpPr/>
          <p:nvPr/>
        </p:nvSpPr>
        <p:spPr>
          <a:xfrm>
            <a:off x="24219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2" name="单位12"/>
          <p:cNvSpPr txBox="1"/>
          <p:nvPr/>
        </p:nvSpPr>
        <p:spPr>
          <a:xfrm>
            <a:off x="24219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43" name="文字框12"/>
          <p:cNvSpPr/>
          <p:nvPr/>
        </p:nvSpPr>
        <p:spPr>
          <a:xfrm>
            <a:off x="19503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44" name="文字框饰条12"/>
          <p:cNvSpPr/>
          <p:nvPr/>
        </p:nvSpPr>
        <p:spPr>
          <a:xfrm>
            <a:off x="19683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45" name="介绍12"/>
          <p:cNvSpPr txBox="1"/>
          <p:nvPr/>
        </p:nvSpPr>
        <p:spPr>
          <a:xfrm>
            <a:off x="19755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46" name="热区12">
            <a:hlinkClick action="ppaction://hlinksldjump" r:id="rId7"/>
          </p:cNvPr>
          <p:cNvSpPr/>
          <p:nvPr/>
        </p:nvSpPr>
        <p:spPr>
          <a:xfrm>
            <a:off x="19503000" y="4410000"/>
            <a:ext cx="5400000" cy="11340000"/>
          </a:xfrm>
          <a:prstGeom prst="rect">
            <a:avLst/>
          </a:prstGeom>
          <a:solidFill>
            <a:srgbClr val="000000">
              <a:alpha val="0"/>
            </a:srgbClr>
          </a:solidFill>
          <a:ln>
            <a:noFill/>
          </a:ln>
        </p:spPr>
        <p:txBody>
          <a:bodyPr rtlCol="0" anchor="ctr"/>
          <a:lstStyle/>
          <a:p>
            <a:pPr algn="ctr"/>
          </a:p>
        </p:txBody>
      </p:sp>
      <p:pic>
        <p:nvPicPr>
          <p:cNvPr id="47" name="!!p13" descr="image.jpg"/>
          <p:cNvPicPr>
            <a:picLocks noChangeAspect="1"/>
          </p:cNvPicPr>
          <p:nvPr/>
        </p:nvPicPr>
        <p:blipFill>
          <a:blip r:embed="rId2"/>
          <a:srcRect l="12500" r="12500"/>
          <a:stretch>
            <a:fillRect/>
          </a:stretch>
        </p:blipFill>
        <p:spPr>
          <a:xfrm>
            <a:off x="25497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8" name="红绸13" descr="image.png"/>
          <p:cNvPicPr>
            <a:picLocks noChangeAspect="1"/>
          </p:cNvPicPr>
          <p:nvPr/>
        </p:nvPicPr>
        <p:blipFill>
          <a:blip r:embed="rId3"/>
          <a:stretch>
            <a:fillRect/>
          </a:stretch>
        </p:blipFill>
        <p:spPr>
          <a:xfrm>
            <a:off x="25497000" y="4410000"/>
            <a:ext cx="5400000" cy="5400000"/>
          </a:xfrm>
          <a:prstGeom prst="roundRect">
            <a:avLst>
              <a:gd name="adj" fmla="val 4000"/>
            </a:avLst>
          </a:prstGeom>
        </p:spPr>
      </p:pic>
      <p:sp>
        <p:nvSpPr>
          <p:cNvPr id="49" name="相框边13"/>
          <p:cNvSpPr/>
          <p:nvPr/>
        </p:nvSpPr>
        <p:spPr>
          <a:xfrm>
            <a:off x="25497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50" name="姓名13底"/>
          <p:cNvSpPr/>
          <p:nvPr/>
        </p:nvSpPr>
        <p:spPr>
          <a:xfrm>
            <a:off x="29421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1" name="姓名13"/>
          <p:cNvSpPr txBox="1"/>
          <p:nvPr/>
        </p:nvSpPr>
        <p:spPr>
          <a:xfrm>
            <a:off x="29421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3</a:t>
            </a:r>
          </a:p>
        </p:txBody>
      </p:sp>
      <p:sp>
        <p:nvSpPr>
          <p:cNvPr id="52" name="单位13底"/>
          <p:cNvSpPr/>
          <p:nvPr/>
        </p:nvSpPr>
        <p:spPr>
          <a:xfrm>
            <a:off x="30213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3" name="单位13"/>
          <p:cNvSpPr txBox="1"/>
          <p:nvPr/>
        </p:nvSpPr>
        <p:spPr>
          <a:xfrm>
            <a:off x="30213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54" name="文字框13"/>
          <p:cNvSpPr/>
          <p:nvPr/>
        </p:nvSpPr>
        <p:spPr>
          <a:xfrm>
            <a:off x="25497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55" name="文字框饰条13"/>
          <p:cNvSpPr/>
          <p:nvPr/>
        </p:nvSpPr>
        <p:spPr>
          <a:xfrm>
            <a:off x="25677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56" name="介绍13"/>
          <p:cNvSpPr txBox="1"/>
          <p:nvPr/>
        </p:nvSpPr>
        <p:spPr>
          <a:xfrm>
            <a:off x="25749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57" name="热区13">
            <a:hlinkClick action="ppaction://hlinksldjump" r:id="rId8"/>
          </p:cNvPr>
          <p:cNvSpPr/>
          <p:nvPr/>
        </p:nvSpPr>
        <p:spPr>
          <a:xfrm>
            <a:off x="25497000" y="4410000"/>
            <a:ext cx="5400000" cy="11340000"/>
          </a:xfrm>
          <a:prstGeom prst="rect">
            <a:avLst/>
          </a:prstGeom>
          <a:solidFill>
            <a:srgbClr val="000000">
              <a:alpha val="0"/>
            </a:srgbClr>
          </a:solidFill>
          <a:ln>
            <a:noFill/>
          </a:ln>
        </p:spPr>
        <p:txBody>
          <a:bodyPr rtlCol="0" anchor="ctr"/>
          <a:lstStyle/>
          <a:p>
            <a:pPr algn="ctr"/>
          </a:p>
        </p:txBody>
      </p:sp>
      <p:pic>
        <p:nvPicPr>
          <p:cNvPr id="58" name="!!p14" descr="image.jpg"/>
          <p:cNvPicPr>
            <a:picLocks noChangeAspect="1"/>
          </p:cNvPicPr>
          <p:nvPr/>
        </p:nvPicPr>
        <p:blipFill>
          <a:blip r:embed="rId2"/>
          <a:srcRect l="12500" r="12500"/>
          <a:stretch>
            <a:fillRect/>
          </a:stretch>
        </p:blipFill>
        <p:spPr>
          <a:xfrm>
            <a:off x="3149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59" name="红绸14" descr="image.png"/>
          <p:cNvPicPr>
            <a:picLocks noChangeAspect="1"/>
          </p:cNvPicPr>
          <p:nvPr/>
        </p:nvPicPr>
        <p:blipFill>
          <a:blip r:embed="rId3"/>
          <a:stretch>
            <a:fillRect/>
          </a:stretch>
        </p:blipFill>
        <p:spPr>
          <a:xfrm>
            <a:off x="31491000" y="4410000"/>
            <a:ext cx="5400000" cy="5400000"/>
          </a:xfrm>
          <a:prstGeom prst="roundRect">
            <a:avLst>
              <a:gd name="adj" fmla="val 4000"/>
            </a:avLst>
          </a:prstGeom>
        </p:spPr>
      </p:pic>
      <p:sp>
        <p:nvSpPr>
          <p:cNvPr id="60" name="相框边14"/>
          <p:cNvSpPr/>
          <p:nvPr/>
        </p:nvSpPr>
        <p:spPr>
          <a:xfrm>
            <a:off x="3149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1" name="姓名14底"/>
          <p:cNvSpPr/>
          <p:nvPr/>
        </p:nvSpPr>
        <p:spPr>
          <a:xfrm>
            <a:off x="35415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2" name="姓名14"/>
          <p:cNvSpPr txBox="1"/>
          <p:nvPr/>
        </p:nvSpPr>
        <p:spPr>
          <a:xfrm>
            <a:off x="35415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4</a:t>
            </a:r>
          </a:p>
        </p:txBody>
      </p:sp>
      <p:sp>
        <p:nvSpPr>
          <p:cNvPr id="63" name="单位14底"/>
          <p:cNvSpPr/>
          <p:nvPr/>
        </p:nvSpPr>
        <p:spPr>
          <a:xfrm>
            <a:off x="36207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4" name="单位14"/>
          <p:cNvSpPr txBox="1"/>
          <p:nvPr/>
        </p:nvSpPr>
        <p:spPr>
          <a:xfrm>
            <a:off x="36207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65" name="文字框14"/>
          <p:cNvSpPr/>
          <p:nvPr/>
        </p:nvSpPr>
        <p:spPr>
          <a:xfrm>
            <a:off x="3149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66" name="文字框饰条14"/>
          <p:cNvSpPr/>
          <p:nvPr/>
        </p:nvSpPr>
        <p:spPr>
          <a:xfrm>
            <a:off x="3167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67" name="介绍14"/>
          <p:cNvSpPr txBox="1"/>
          <p:nvPr/>
        </p:nvSpPr>
        <p:spPr>
          <a:xfrm>
            <a:off x="31743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68" name="热区14">
            <a:hlinkClick action="ppaction://hlinksldjump" r:id="rId9"/>
          </p:cNvPr>
          <p:cNvSpPr/>
          <p:nvPr/>
        </p:nvSpPr>
        <p:spPr>
          <a:xfrm>
            <a:off x="31491000" y="4410000"/>
            <a:ext cx="5400000" cy="11340000"/>
          </a:xfrm>
          <a:prstGeom prst="rect">
            <a:avLst/>
          </a:prstGeom>
          <a:solidFill>
            <a:srgbClr val="000000">
              <a:alpha val="0"/>
            </a:srgbClr>
          </a:solidFill>
          <a:ln>
            <a:noFill/>
          </a:ln>
        </p:spPr>
        <p:txBody>
          <a:bodyPr rtlCol="0" anchor="ctr"/>
          <a:lstStyle/>
          <a:p>
            <a:pPr algn="ctr"/>
          </a:p>
        </p:txBody>
      </p:sp>
      <p:pic>
        <p:nvPicPr>
          <p:cNvPr id="69" name="!!p15" descr="image.jpg"/>
          <p:cNvPicPr>
            <a:picLocks noChangeAspect="1"/>
          </p:cNvPicPr>
          <p:nvPr/>
        </p:nvPicPr>
        <p:blipFill>
          <a:blip r:embed="rId2"/>
          <a:srcRect l="12500" r="12500"/>
          <a:stretch>
            <a:fillRect/>
          </a:stretch>
        </p:blipFill>
        <p:spPr>
          <a:xfrm>
            <a:off x="3748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70" name="红绸15" descr="image.png"/>
          <p:cNvPicPr>
            <a:picLocks noChangeAspect="1"/>
          </p:cNvPicPr>
          <p:nvPr/>
        </p:nvPicPr>
        <p:blipFill>
          <a:blip r:embed="rId3"/>
          <a:stretch>
            <a:fillRect/>
          </a:stretch>
        </p:blipFill>
        <p:spPr>
          <a:xfrm>
            <a:off x="37485000" y="4410000"/>
            <a:ext cx="5400000" cy="5400000"/>
          </a:xfrm>
          <a:prstGeom prst="roundRect">
            <a:avLst>
              <a:gd name="adj" fmla="val 4000"/>
            </a:avLst>
          </a:prstGeom>
        </p:spPr>
      </p:pic>
      <p:sp>
        <p:nvSpPr>
          <p:cNvPr id="71" name="相框边15"/>
          <p:cNvSpPr/>
          <p:nvPr/>
        </p:nvSpPr>
        <p:spPr>
          <a:xfrm>
            <a:off x="3748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72" name="姓名15底"/>
          <p:cNvSpPr/>
          <p:nvPr/>
        </p:nvSpPr>
        <p:spPr>
          <a:xfrm>
            <a:off x="41409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3" name="姓名15"/>
          <p:cNvSpPr txBox="1"/>
          <p:nvPr/>
        </p:nvSpPr>
        <p:spPr>
          <a:xfrm>
            <a:off x="41409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5</a:t>
            </a:r>
          </a:p>
        </p:txBody>
      </p:sp>
      <p:sp>
        <p:nvSpPr>
          <p:cNvPr id="74" name="单位15底"/>
          <p:cNvSpPr/>
          <p:nvPr/>
        </p:nvSpPr>
        <p:spPr>
          <a:xfrm>
            <a:off x="42201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5" name="单位15"/>
          <p:cNvSpPr txBox="1"/>
          <p:nvPr/>
        </p:nvSpPr>
        <p:spPr>
          <a:xfrm>
            <a:off x="42201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76" name="文字框15"/>
          <p:cNvSpPr/>
          <p:nvPr/>
        </p:nvSpPr>
        <p:spPr>
          <a:xfrm>
            <a:off x="3748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77" name="文字框饰条15"/>
          <p:cNvSpPr/>
          <p:nvPr/>
        </p:nvSpPr>
        <p:spPr>
          <a:xfrm>
            <a:off x="3766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78" name="介绍15"/>
          <p:cNvSpPr txBox="1"/>
          <p:nvPr/>
        </p:nvSpPr>
        <p:spPr>
          <a:xfrm>
            <a:off x="37737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79" name="热区15">
            <a:hlinkClick action="ppaction://hlinksldjump" r:id="rId10"/>
          </p:cNvPr>
          <p:cNvSpPr/>
          <p:nvPr/>
        </p:nvSpPr>
        <p:spPr>
          <a:xfrm>
            <a:off x="37485000" y="4410000"/>
            <a:ext cx="5400000" cy="11340000"/>
          </a:xfrm>
          <a:prstGeom prst="rect">
            <a:avLst/>
          </a:prstGeom>
          <a:solidFill>
            <a:srgbClr val="000000">
              <a:alpha val="0"/>
            </a:srgbClr>
          </a:solidFill>
          <a:ln>
            <a:noFill/>
          </a:ln>
        </p:spPr>
        <p:txBody>
          <a:bodyPr rtlCol="0" anchor="ctr"/>
          <a:lstStyle/>
          <a:p>
            <a:pPr algn="ctr"/>
          </a:p>
        </p:txBody>
      </p:sp>
      <p:pic>
        <p:nvPicPr>
          <p:cNvPr id="80" name="!!p16" descr="image.jpg"/>
          <p:cNvPicPr>
            <a:picLocks noChangeAspect="1"/>
          </p:cNvPicPr>
          <p:nvPr/>
        </p:nvPicPr>
        <p:blipFill>
          <a:blip r:embed="rId2"/>
          <a:srcRect l="12500" r="12500"/>
          <a:stretch>
            <a:fillRect/>
          </a:stretch>
        </p:blipFill>
        <p:spPr>
          <a:xfrm>
            <a:off x="4347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81" name="红绸16" descr="image.png"/>
          <p:cNvPicPr>
            <a:picLocks noChangeAspect="1"/>
          </p:cNvPicPr>
          <p:nvPr/>
        </p:nvPicPr>
        <p:blipFill>
          <a:blip r:embed="rId3"/>
          <a:stretch>
            <a:fillRect/>
          </a:stretch>
        </p:blipFill>
        <p:spPr>
          <a:xfrm>
            <a:off x="43479000" y="4410000"/>
            <a:ext cx="5400000" cy="5400000"/>
          </a:xfrm>
          <a:prstGeom prst="roundRect">
            <a:avLst>
              <a:gd name="adj" fmla="val 4000"/>
            </a:avLst>
          </a:prstGeom>
        </p:spPr>
      </p:pic>
      <p:sp>
        <p:nvSpPr>
          <p:cNvPr id="82" name="相框边16"/>
          <p:cNvSpPr/>
          <p:nvPr/>
        </p:nvSpPr>
        <p:spPr>
          <a:xfrm>
            <a:off x="4347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83" name="姓名16底"/>
          <p:cNvSpPr/>
          <p:nvPr/>
        </p:nvSpPr>
        <p:spPr>
          <a:xfrm>
            <a:off x="47403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4" name="姓名16"/>
          <p:cNvSpPr txBox="1"/>
          <p:nvPr/>
        </p:nvSpPr>
        <p:spPr>
          <a:xfrm>
            <a:off x="47403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6</a:t>
            </a:r>
          </a:p>
        </p:txBody>
      </p:sp>
      <p:sp>
        <p:nvSpPr>
          <p:cNvPr id="85" name="单位16底"/>
          <p:cNvSpPr/>
          <p:nvPr/>
        </p:nvSpPr>
        <p:spPr>
          <a:xfrm>
            <a:off x="48195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6" name="单位16"/>
          <p:cNvSpPr txBox="1"/>
          <p:nvPr/>
        </p:nvSpPr>
        <p:spPr>
          <a:xfrm>
            <a:off x="48195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87" name="文字框16"/>
          <p:cNvSpPr/>
          <p:nvPr/>
        </p:nvSpPr>
        <p:spPr>
          <a:xfrm>
            <a:off x="4347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88" name="文字框饰条16"/>
          <p:cNvSpPr/>
          <p:nvPr/>
        </p:nvSpPr>
        <p:spPr>
          <a:xfrm>
            <a:off x="4365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89" name="介绍16"/>
          <p:cNvSpPr txBox="1"/>
          <p:nvPr/>
        </p:nvSpPr>
        <p:spPr>
          <a:xfrm>
            <a:off x="43731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90" name="热区16">
            <a:hlinkClick action="ppaction://hlinksldjump" r:id="rId11"/>
          </p:cNvPr>
          <p:cNvSpPr/>
          <p:nvPr/>
        </p:nvSpPr>
        <p:spPr>
          <a:xfrm>
            <a:off x="43479000" y="4410000"/>
            <a:ext cx="5400000" cy="11340000"/>
          </a:xfrm>
          <a:prstGeom prst="rect">
            <a:avLst/>
          </a:prstGeom>
          <a:solidFill>
            <a:srgbClr val="000000">
              <a:alpha val="0"/>
            </a:srgbClr>
          </a:solidFill>
          <a:ln>
            <a:noFill/>
          </a:ln>
        </p:spPr>
        <p:txBody>
          <a:bodyPr rtlCol="0" anchor="ctr"/>
          <a:lstStyle/>
          <a:p>
            <a:pPr algn="ctr"/>
          </a:p>
        </p:txBody>
      </p:sp>
      <p:sp>
        <p:nvSpPr>
          <p:cNvPr id="91" name="上一页底"/>
          <p:cNvSpPr/>
          <p:nvPr/>
        </p:nvSpPr>
        <p:spPr>
          <a:xfrm>
            <a:off x="810000" y="16830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92" name="上一页字"/>
          <p:cNvSpPr txBox="1"/>
          <p:nvPr/>
        </p:nvSpPr>
        <p:spPr>
          <a:xfrm>
            <a:off x="810000" y="16830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 上一页</a:t>
            </a:r>
          </a:p>
        </p:txBody>
      </p:sp>
      <p:sp>
        <p:nvSpPr>
          <p:cNvPr id="93" name="上一页">
            <a:hlinkClick action="ppaction://hlinksldjump" r:id="rId12"/>
          </p:cNvPr>
          <p:cNvSpPr/>
          <p:nvPr/>
        </p:nvSpPr>
        <p:spPr>
          <a:xfrm>
            <a:off x="810000" y="16830000"/>
            <a:ext cx="3060000" cy="792000"/>
          </a:xfrm>
          <a:prstGeom prst="rect">
            <a:avLst/>
          </a:prstGeom>
          <a:solidFill>
            <a:srgbClr val="000000">
              <a:alpha val="0"/>
            </a:srgbClr>
          </a:solidFill>
          <a:ln>
            <a:noFill/>
          </a:ln>
        </p:spPr>
        <p:txBody>
          <a:bodyPr rtlCol="0" anchor="ctr"/>
          <a:lstStyle/>
          <a:p>
            <a:pPr algn="ctr"/>
          </a:p>
        </p:txBody>
      </p:sp>
      <p:sp>
        <p:nvSpPr>
          <p:cNvPr id="94" name="下一页底"/>
          <p:cNvSpPr/>
          <p:nvPr/>
        </p:nvSpPr>
        <p:spPr>
          <a:xfrm>
            <a:off x="46530000" y="16830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95" name="下一页字"/>
          <p:cNvSpPr txBox="1"/>
          <p:nvPr/>
        </p:nvSpPr>
        <p:spPr>
          <a:xfrm>
            <a:off x="46530000" y="16830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下一页 ›</a:t>
            </a:r>
          </a:p>
        </p:txBody>
      </p:sp>
      <p:sp>
        <p:nvSpPr>
          <p:cNvPr id="96" name="下一页">
            <a:hlinkClick action="ppaction://hlinksldjump" r:id="rId13"/>
          </p:cNvPr>
          <p:cNvSpPr/>
          <p:nvPr/>
        </p:nvSpPr>
        <p:spPr>
          <a:xfrm>
            <a:off x="46530000" y="16830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人员09</a:t>
            </a:r>
          </a:p>
        </p:txBody>
      </p:sp>
      <p:sp>
        <p:nvSpPr>
          <p:cNvPr id="29" name="分隔左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人员10</a:t>
            </a:r>
          </a:p>
        </p:txBody>
      </p:sp>
      <p:sp>
        <p:nvSpPr>
          <p:cNvPr id="29" name="分隔左1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人员11</a:t>
            </a:r>
          </a:p>
        </p:txBody>
      </p:sp>
      <p:sp>
        <p:nvSpPr>
          <p:cNvPr id="29" name="分隔左1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人员12</a:t>
            </a:r>
          </a:p>
        </p:txBody>
      </p:sp>
      <p:sp>
        <p:nvSpPr>
          <p:cNvPr id="29" name="分隔左1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人员13</a:t>
            </a:r>
          </a:p>
        </p:txBody>
      </p:sp>
      <p:sp>
        <p:nvSpPr>
          <p:cNvPr id="29" name="分隔左1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人员14</a:t>
            </a:r>
          </a:p>
        </p:txBody>
      </p:sp>
      <p:sp>
        <p:nvSpPr>
          <p:cNvPr id="29" name="分隔左1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5"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5"/>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5"/>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5"/>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5"/>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人员15</a:t>
            </a:r>
          </a:p>
        </p:txBody>
      </p:sp>
      <p:sp>
        <p:nvSpPr>
          <p:cNvPr id="29" name="分隔左15"/>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5"/>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5"/>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5"/>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5"/>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5"/>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5"/>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5"/>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5"/>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5"/>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5"/>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6"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6"/>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6"/>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6"/>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6"/>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人员16</a:t>
            </a:r>
          </a:p>
        </p:txBody>
      </p:sp>
      <p:sp>
        <p:nvSpPr>
          <p:cNvPr id="29" name="分隔左16"/>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6"/>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6"/>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6"/>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6"/>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6"/>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6"/>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6"/>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6"/>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6"/>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6"/>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面板"/>
          <p:cNvSpPr/>
          <p:nvPr/>
        </p:nvSpPr>
        <p:spPr>
          <a:xfrm>
            <a:off x="810000" y="3690000"/>
            <a:ext cx="48780000" cy="12600000"/>
          </a:xfrm>
          <a:prstGeom prst="roundRect">
            <a:avLst>
              <a:gd name="adj" fmla="val 3714"/>
            </a:avLst>
          </a:prstGeom>
          <a:gradFill rotWithShape="1">
            <a:gsLst>
              <a:gs pos="0">
                <a:srgbClr val="B91019">
                  <a:alpha val="92000"/>
                </a:srgbClr>
              </a:gs>
              <a:gs pos="100000">
                <a:srgbClr val="A00C14">
                  <a:alpha val="92000"/>
                </a:srgbClr>
              </a:gs>
            </a:gsLst>
            <a:lin ang="5400000" scaled="0"/>
          </a:gradFill>
          <a:ln w="27000">
            <a:solidFill>
              <a:srgbClr val="D8343A"/>
            </a:solidFill>
          </a:ln>
          <a:effectLst>
            <a:outerShdw blurRad="540000" dist="144000" dir="5400000" algn="t" rotWithShape="0">
              <a:srgbClr val="000000">
                <a:alpha val="30000"/>
              </a:srgbClr>
            </a:outerShdw>
          </a:effectLst>
        </p:spPr>
        <p:txBody>
          <a:bodyPr rtlCol="0" anchor="ctr"/>
          <a:lstStyle/>
          <a:p>
            <a:pPr algn="ctr"/>
          </a:p>
        </p:txBody>
      </p:sp>
      <p:pic>
        <p:nvPicPr>
          <p:cNvPr id="3" name="!!p17" descr="image.jpg"/>
          <p:cNvPicPr>
            <a:picLocks noChangeAspect="1"/>
          </p:cNvPicPr>
          <p:nvPr/>
        </p:nvPicPr>
        <p:blipFill>
          <a:blip r:embed="rId2"/>
          <a:srcRect l="12500" r="12500"/>
          <a:stretch>
            <a:fillRect/>
          </a:stretch>
        </p:blipFill>
        <p:spPr>
          <a:xfrm>
            <a:off x="152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 name="红绸17" descr="image.png"/>
          <p:cNvPicPr>
            <a:picLocks noChangeAspect="1"/>
          </p:cNvPicPr>
          <p:nvPr/>
        </p:nvPicPr>
        <p:blipFill>
          <a:blip r:embed="rId3"/>
          <a:stretch>
            <a:fillRect/>
          </a:stretch>
        </p:blipFill>
        <p:spPr>
          <a:xfrm>
            <a:off x="1521000" y="4410000"/>
            <a:ext cx="5400000" cy="5400000"/>
          </a:xfrm>
          <a:prstGeom prst="roundRect">
            <a:avLst>
              <a:gd name="adj" fmla="val 4000"/>
            </a:avLst>
          </a:prstGeom>
        </p:spPr>
      </p:pic>
      <p:sp>
        <p:nvSpPr>
          <p:cNvPr id="5" name="相框边17"/>
          <p:cNvSpPr/>
          <p:nvPr/>
        </p:nvSpPr>
        <p:spPr>
          <a:xfrm>
            <a:off x="152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 name="姓名17底"/>
          <p:cNvSpPr/>
          <p:nvPr/>
        </p:nvSpPr>
        <p:spPr>
          <a:xfrm>
            <a:off x="5445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 name="姓名17"/>
          <p:cNvSpPr txBox="1"/>
          <p:nvPr/>
        </p:nvSpPr>
        <p:spPr>
          <a:xfrm>
            <a:off x="5445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7</a:t>
            </a:r>
          </a:p>
        </p:txBody>
      </p:sp>
      <p:sp>
        <p:nvSpPr>
          <p:cNvPr id="8" name="单位17底"/>
          <p:cNvSpPr/>
          <p:nvPr/>
        </p:nvSpPr>
        <p:spPr>
          <a:xfrm>
            <a:off x="6237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9" name="单位17"/>
          <p:cNvSpPr txBox="1"/>
          <p:nvPr/>
        </p:nvSpPr>
        <p:spPr>
          <a:xfrm>
            <a:off x="6237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10" name="文字框17"/>
          <p:cNvSpPr/>
          <p:nvPr/>
        </p:nvSpPr>
        <p:spPr>
          <a:xfrm>
            <a:off x="152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11" name="文字框饰条17"/>
          <p:cNvSpPr/>
          <p:nvPr/>
        </p:nvSpPr>
        <p:spPr>
          <a:xfrm>
            <a:off x="170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12" name="介绍17"/>
          <p:cNvSpPr txBox="1"/>
          <p:nvPr/>
        </p:nvSpPr>
        <p:spPr>
          <a:xfrm>
            <a:off x="1773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13" name="热区17">
            <a:hlinkClick action="ppaction://hlinksldjump" r:id="rId4"/>
          </p:cNvPr>
          <p:cNvSpPr/>
          <p:nvPr/>
        </p:nvSpPr>
        <p:spPr>
          <a:xfrm>
            <a:off x="1521000" y="4410000"/>
            <a:ext cx="5400000" cy="11340000"/>
          </a:xfrm>
          <a:prstGeom prst="rect">
            <a:avLst/>
          </a:prstGeom>
          <a:solidFill>
            <a:srgbClr val="000000">
              <a:alpha val="0"/>
            </a:srgbClr>
          </a:solidFill>
          <a:ln>
            <a:noFill/>
          </a:ln>
        </p:spPr>
        <p:txBody>
          <a:bodyPr rtlCol="0" anchor="ctr"/>
          <a:lstStyle/>
          <a:p>
            <a:pPr algn="ctr"/>
          </a:p>
        </p:txBody>
      </p:sp>
      <p:pic>
        <p:nvPicPr>
          <p:cNvPr id="14" name="!!p18" descr="image.jpg"/>
          <p:cNvPicPr>
            <a:picLocks noChangeAspect="1"/>
          </p:cNvPicPr>
          <p:nvPr/>
        </p:nvPicPr>
        <p:blipFill>
          <a:blip r:embed="rId2"/>
          <a:srcRect l="12500" r="12500"/>
          <a:stretch>
            <a:fillRect/>
          </a:stretch>
        </p:blipFill>
        <p:spPr>
          <a:xfrm>
            <a:off x="751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15" name="红绸18" descr="image.png"/>
          <p:cNvPicPr>
            <a:picLocks noChangeAspect="1"/>
          </p:cNvPicPr>
          <p:nvPr/>
        </p:nvPicPr>
        <p:blipFill>
          <a:blip r:embed="rId3"/>
          <a:stretch>
            <a:fillRect/>
          </a:stretch>
        </p:blipFill>
        <p:spPr>
          <a:xfrm>
            <a:off x="7515000" y="4410000"/>
            <a:ext cx="5400000" cy="5400000"/>
          </a:xfrm>
          <a:prstGeom prst="roundRect">
            <a:avLst>
              <a:gd name="adj" fmla="val 4000"/>
            </a:avLst>
          </a:prstGeom>
        </p:spPr>
      </p:pic>
      <p:sp>
        <p:nvSpPr>
          <p:cNvPr id="16" name="相框边18"/>
          <p:cNvSpPr/>
          <p:nvPr/>
        </p:nvSpPr>
        <p:spPr>
          <a:xfrm>
            <a:off x="751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17" name="姓名18底"/>
          <p:cNvSpPr/>
          <p:nvPr/>
        </p:nvSpPr>
        <p:spPr>
          <a:xfrm>
            <a:off x="11439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18" name="姓名18"/>
          <p:cNvSpPr txBox="1"/>
          <p:nvPr/>
        </p:nvSpPr>
        <p:spPr>
          <a:xfrm>
            <a:off x="11439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8</a:t>
            </a:r>
          </a:p>
        </p:txBody>
      </p:sp>
      <p:sp>
        <p:nvSpPr>
          <p:cNvPr id="19" name="单位18底"/>
          <p:cNvSpPr/>
          <p:nvPr/>
        </p:nvSpPr>
        <p:spPr>
          <a:xfrm>
            <a:off x="12231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0" name="单位18"/>
          <p:cNvSpPr txBox="1"/>
          <p:nvPr/>
        </p:nvSpPr>
        <p:spPr>
          <a:xfrm>
            <a:off x="12231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21" name="文字框18"/>
          <p:cNvSpPr/>
          <p:nvPr/>
        </p:nvSpPr>
        <p:spPr>
          <a:xfrm>
            <a:off x="751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22" name="文字框饰条18"/>
          <p:cNvSpPr/>
          <p:nvPr/>
        </p:nvSpPr>
        <p:spPr>
          <a:xfrm>
            <a:off x="769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23" name="介绍18"/>
          <p:cNvSpPr txBox="1"/>
          <p:nvPr/>
        </p:nvSpPr>
        <p:spPr>
          <a:xfrm>
            <a:off x="7767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24" name="热区18">
            <a:hlinkClick action="ppaction://hlinksldjump" r:id="rId5"/>
          </p:cNvPr>
          <p:cNvSpPr/>
          <p:nvPr/>
        </p:nvSpPr>
        <p:spPr>
          <a:xfrm>
            <a:off x="7515000" y="4410000"/>
            <a:ext cx="5400000" cy="11340000"/>
          </a:xfrm>
          <a:prstGeom prst="rect">
            <a:avLst/>
          </a:prstGeom>
          <a:solidFill>
            <a:srgbClr val="000000">
              <a:alpha val="0"/>
            </a:srgbClr>
          </a:solidFill>
          <a:ln>
            <a:noFill/>
          </a:ln>
        </p:spPr>
        <p:txBody>
          <a:bodyPr rtlCol="0" anchor="ctr"/>
          <a:lstStyle/>
          <a:p>
            <a:pPr algn="ctr"/>
          </a:p>
        </p:txBody>
      </p:sp>
      <p:pic>
        <p:nvPicPr>
          <p:cNvPr id="25" name="!!p19" descr="image.jpg"/>
          <p:cNvPicPr>
            <a:picLocks noChangeAspect="1"/>
          </p:cNvPicPr>
          <p:nvPr/>
        </p:nvPicPr>
        <p:blipFill>
          <a:blip r:embed="rId2"/>
          <a:srcRect l="12500" r="12500"/>
          <a:stretch>
            <a:fillRect/>
          </a:stretch>
        </p:blipFill>
        <p:spPr>
          <a:xfrm>
            <a:off x="1350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26" name="红绸19" descr="image.png"/>
          <p:cNvPicPr>
            <a:picLocks noChangeAspect="1"/>
          </p:cNvPicPr>
          <p:nvPr/>
        </p:nvPicPr>
        <p:blipFill>
          <a:blip r:embed="rId3"/>
          <a:stretch>
            <a:fillRect/>
          </a:stretch>
        </p:blipFill>
        <p:spPr>
          <a:xfrm>
            <a:off x="13509000" y="4410000"/>
            <a:ext cx="5400000" cy="5400000"/>
          </a:xfrm>
          <a:prstGeom prst="roundRect">
            <a:avLst>
              <a:gd name="adj" fmla="val 4000"/>
            </a:avLst>
          </a:prstGeom>
        </p:spPr>
      </p:pic>
      <p:sp>
        <p:nvSpPr>
          <p:cNvPr id="27" name="相框边19"/>
          <p:cNvSpPr/>
          <p:nvPr/>
        </p:nvSpPr>
        <p:spPr>
          <a:xfrm>
            <a:off x="1350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28" name="姓名19底"/>
          <p:cNvSpPr/>
          <p:nvPr/>
        </p:nvSpPr>
        <p:spPr>
          <a:xfrm>
            <a:off x="17433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29" name="姓名19"/>
          <p:cNvSpPr txBox="1"/>
          <p:nvPr/>
        </p:nvSpPr>
        <p:spPr>
          <a:xfrm>
            <a:off x="17433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1</a:t>
            </a:r>
          </a:p>
          <a:p>
            <a:pPr algn="ctr">
              <a:lnSpc>
                <a:spcPts val="4592"/>
              </a:lnSpc>
            </a:pPr>
            <a:r>
              <a:rPr sz="4251" b="1">
                <a:solidFill>
                  <a:srgbClr val="3A1A0A"/>
                </a:solidFill>
                <a:latin typeface="KaiTi"/>
                <a:ea typeface="楷体"/>
              </a:rPr>
              <a:t>9</a:t>
            </a:r>
          </a:p>
        </p:txBody>
      </p:sp>
      <p:sp>
        <p:nvSpPr>
          <p:cNvPr id="30" name="单位19底"/>
          <p:cNvSpPr/>
          <p:nvPr/>
        </p:nvSpPr>
        <p:spPr>
          <a:xfrm>
            <a:off x="18225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31" name="单位19"/>
          <p:cNvSpPr txBox="1"/>
          <p:nvPr/>
        </p:nvSpPr>
        <p:spPr>
          <a:xfrm>
            <a:off x="18225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32" name="文字框19"/>
          <p:cNvSpPr/>
          <p:nvPr/>
        </p:nvSpPr>
        <p:spPr>
          <a:xfrm>
            <a:off x="1350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33" name="文字框饰条19"/>
          <p:cNvSpPr/>
          <p:nvPr/>
        </p:nvSpPr>
        <p:spPr>
          <a:xfrm>
            <a:off x="1368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34" name="介绍19"/>
          <p:cNvSpPr txBox="1"/>
          <p:nvPr/>
        </p:nvSpPr>
        <p:spPr>
          <a:xfrm>
            <a:off x="13761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35" name="热区19">
            <a:hlinkClick action="ppaction://hlinksldjump" r:id="rId6"/>
          </p:cNvPr>
          <p:cNvSpPr/>
          <p:nvPr/>
        </p:nvSpPr>
        <p:spPr>
          <a:xfrm>
            <a:off x="13509000" y="4410000"/>
            <a:ext cx="5400000" cy="11340000"/>
          </a:xfrm>
          <a:prstGeom prst="rect">
            <a:avLst/>
          </a:prstGeom>
          <a:solidFill>
            <a:srgbClr val="000000">
              <a:alpha val="0"/>
            </a:srgbClr>
          </a:solidFill>
          <a:ln>
            <a:noFill/>
          </a:ln>
        </p:spPr>
        <p:txBody>
          <a:bodyPr rtlCol="0" anchor="ctr"/>
          <a:lstStyle/>
          <a:p>
            <a:pPr algn="ctr"/>
          </a:p>
        </p:txBody>
      </p:sp>
      <p:pic>
        <p:nvPicPr>
          <p:cNvPr id="36" name="!!p20" descr="image.jpg"/>
          <p:cNvPicPr>
            <a:picLocks noChangeAspect="1"/>
          </p:cNvPicPr>
          <p:nvPr/>
        </p:nvPicPr>
        <p:blipFill>
          <a:blip r:embed="rId2"/>
          <a:srcRect l="12500" r="12500"/>
          <a:stretch>
            <a:fillRect/>
          </a:stretch>
        </p:blipFill>
        <p:spPr>
          <a:xfrm>
            <a:off x="19503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37" name="红绸20" descr="image.png"/>
          <p:cNvPicPr>
            <a:picLocks noChangeAspect="1"/>
          </p:cNvPicPr>
          <p:nvPr/>
        </p:nvPicPr>
        <p:blipFill>
          <a:blip r:embed="rId3"/>
          <a:stretch>
            <a:fillRect/>
          </a:stretch>
        </p:blipFill>
        <p:spPr>
          <a:xfrm>
            <a:off x="19503000" y="4410000"/>
            <a:ext cx="5400000" cy="5400000"/>
          </a:xfrm>
          <a:prstGeom prst="roundRect">
            <a:avLst>
              <a:gd name="adj" fmla="val 4000"/>
            </a:avLst>
          </a:prstGeom>
        </p:spPr>
      </p:pic>
      <p:sp>
        <p:nvSpPr>
          <p:cNvPr id="38" name="相框边20"/>
          <p:cNvSpPr/>
          <p:nvPr/>
        </p:nvSpPr>
        <p:spPr>
          <a:xfrm>
            <a:off x="19503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39" name="姓名20底"/>
          <p:cNvSpPr/>
          <p:nvPr/>
        </p:nvSpPr>
        <p:spPr>
          <a:xfrm>
            <a:off x="23427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0" name="姓名20"/>
          <p:cNvSpPr txBox="1"/>
          <p:nvPr/>
        </p:nvSpPr>
        <p:spPr>
          <a:xfrm>
            <a:off x="23427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2</a:t>
            </a:r>
          </a:p>
          <a:p>
            <a:pPr algn="ctr">
              <a:lnSpc>
                <a:spcPts val="4592"/>
              </a:lnSpc>
            </a:pPr>
            <a:r>
              <a:rPr sz="4251" b="1">
                <a:solidFill>
                  <a:srgbClr val="3A1A0A"/>
                </a:solidFill>
                <a:latin typeface="KaiTi"/>
                <a:ea typeface="楷体"/>
              </a:rPr>
              <a:t>0</a:t>
            </a:r>
          </a:p>
        </p:txBody>
      </p:sp>
      <p:sp>
        <p:nvSpPr>
          <p:cNvPr id="41" name="单位20底"/>
          <p:cNvSpPr/>
          <p:nvPr/>
        </p:nvSpPr>
        <p:spPr>
          <a:xfrm>
            <a:off x="24219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42" name="单位20"/>
          <p:cNvSpPr txBox="1"/>
          <p:nvPr/>
        </p:nvSpPr>
        <p:spPr>
          <a:xfrm>
            <a:off x="24219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43" name="文字框20"/>
          <p:cNvSpPr/>
          <p:nvPr/>
        </p:nvSpPr>
        <p:spPr>
          <a:xfrm>
            <a:off x="19503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44" name="文字框饰条20"/>
          <p:cNvSpPr/>
          <p:nvPr/>
        </p:nvSpPr>
        <p:spPr>
          <a:xfrm>
            <a:off x="19683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45" name="介绍20"/>
          <p:cNvSpPr txBox="1"/>
          <p:nvPr/>
        </p:nvSpPr>
        <p:spPr>
          <a:xfrm>
            <a:off x="19755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46" name="热区20">
            <a:hlinkClick action="ppaction://hlinksldjump" r:id="rId7"/>
          </p:cNvPr>
          <p:cNvSpPr/>
          <p:nvPr/>
        </p:nvSpPr>
        <p:spPr>
          <a:xfrm>
            <a:off x="19503000" y="4410000"/>
            <a:ext cx="5400000" cy="11340000"/>
          </a:xfrm>
          <a:prstGeom prst="rect">
            <a:avLst/>
          </a:prstGeom>
          <a:solidFill>
            <a:srgbClr val="000000">
              <a:alpha val="0"/>
            </a:srgbClr>
          </a:solidFill>
          <a:ln>
            <a:noFill/>
          </a:ln>
        </p:spPr>
        <p:txBody>
          <a:bodyPr rtlCol="0" anchor="ctr"/>
          <a:lstStyle/>
          <a:p>
            <a:pPr algn="ctr"/>
          </a:p>
        </p:txBody>
      </p:sp>
      <p:pic>
        <p:nvPicPr>
          <p:cNvPr id="47" name="!!p21" descr="image.jpg"/>
          <p:cNvPicPr>
            <a:picLocks noChangeAspect="1"/>
          </p:cNvPicPr>
          <p:nvPr/>
        </p:nvPicPr>
        <p:blipFill>
          <a:blip r:embed="rId2"/>
          <a:srcRect l="12500" r="12500"/>
          <a:stretch>
            <a:fillRect/>
          </a:stretch>
        </p:blipFill>
        <p:spPr>
          <a:xfrm>
            <a:off x="25497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48" name="红绸21" descr="image.png"/>
          <p:cNvPicPr>
            <a:picLocks noChangeAspect="1"/>
          </p:cNvPicPr>
          <p:nvPr/>
        </p:nvPicPr>
        <p:blipFill>
          <a:blip r:embed="rId3"/>
          <a:stretch>
            <a:fillRect/>
          </a:stretch>
        </p:blipFill>
        <p:spPr>
          <a:xfrm>
            <a:off x="25497000" y="4410000"/>
            <a:ext cx="5400000" cy="5400000"/>
          </a:xfrm>
          <a:prstGeom prst="roundRect">
            <a:avLst>
              <a:gd name="adj" fmla="val 4000"/>
            </a:avLst>
          </a:prstGeom>
        </p:spPr>
      </p:pic>
      <p:sp>
        <p:nvSpPr>
          <p:cNvPr id="49" name="相框边21"/>
          <p:cNvSpPr/>
          <p:nvPr/>
        </p:nvSpPr>
        <p:spPr>
          <a:xfrm>
            <a:off x="25497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50" name="姓名21底"/>
          <p:cNvSpPr/>
          <p:nvPr/>
        </p:nvSpPr>
        <p:spPr>
          <a:xfrm>
            <a:off x="29421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1" name="姓名21"/>
          <p:cNvSpPr txBox="1"/>
          <p:nvPr/>
        </p:nvSpPr>
        <p:spPr>
          <a:xfrm>
            <a:off x="29421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2</a:t>
            </a:r>
          </a:p>
          <a:p>
            <a:pPr algn="ctr">
              <a:lnSpc>
                <a:spcPts val="4592"/>
              </a:lnSpc>
            </a:pPr>
            <a:r>
              <a:rPr sz="4251" b="1">
                <a:solidFill>
                  <a:srgbClr val="3A1A0A"/>
                </a:solidFill>
                <a:latin typeface="KaiTi"/>
                <a:ea typeface="楷体"/>
              </a:rPr>
              <a:t>1</a:t>
            </a:r>
          </a:p>
        </p:txBody>
      </p:sp>
      <p:sp>
        <p:nvSpPr>
          <p:cNvPr id="52" name="单位21底"/>
          <p:cNvSpPr/>
          <p:nvPr/>
        </p:nvSpPr>
        <p:spPr>
          <a:xfrm>
            <a:off x="30213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53" name="单位21"/>
          <p:cNvSpPr txBox="1"/>
          <p:nvPr/>
        </p:nvSpPr>
        <p:spPr>
          <a:xfrm>
            <a:off x="30213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54" name="文字框21"/>
          <p:cNvSpPr/>
          <p:nvPr/>
        </p:nvSpPr>
        <p:spPr>
          <a:xfrm>
            <a:off x="25497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55" name="文字框饰条21"/>
          <p:cNvSpPr/>
          <p:nvPr/>
        </p:nvSpPr>
        <p:spPr>
          <a:xfrm>
            <a:off x="25677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56" name="介绍21"/>
          <p:cNvSpPr txBox="1"/>
          <p:nvPr/>
        </p:nvSpPr>
        <p:spPr>
          <a:xfrm>
            <a:off x="25749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57" name="热区21">
            <a:hlinkClick action="ppaction://hlinksldjump" r:id="rId8"/>
          </p:cNvPr>
          <p:cNvSpPr/>
          <p:nvPr/>
        </p:nvSpPr>
        <p:spPr>
          <a:xfrm>
            <a:off x="25497000" y="4410000"/>
            <a:ext cx="5400000" cy="11340000"/>
          </a:xfrm>
          <a:prstGeom prst="rect">
            <a:avLst/>
          </a:prstGeom>
          <a:solidFill>
            <a:srgbClr val="000000">
              <a:alpha val="0"/>
            </a:srgbClr>
          </a:solidFill>
          <a:ln>
            <a:noFill/>
          </a:ln>
        </p:spPr>
        <p:txBody>
          <a:bodyPr rtlCol="0" anchor="ctr"/>
          <a:lstStyle/>
          <a:p>
            <a:pPr algn="ctr"/>
          </a:p>
        </p:txBody>
      </p:sp>
      <p:pic>
        <p:nvPicPr>
          <p:cNvPr id="58" name="!!p22" descr="image.jpg"/>
          <p:cNvPicPr>
            <a:picLocks noChangeAspect="1"/>
          </p:cNvPicPr>
          <p:nvPr/>
        </p:nvPicPr>
        <p:blipFill>
          <a:blip r:embed="rId2"/>
          <a:srcRect l="12500" r="12500"/>
          <a:stretch>
            <a:fillRect/>
          </a:stretch>
        </p:blipFill>
        <p:spPr>
          <a:xfrm>
            <a:off x="31491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59" name="红绸22" descr="image.png"/>
          <p:cNvPicPr>
            <a:picLocks noChangeAspect="1"/>
          </p:cNvPicPr>
          <p:nvPr/>
        </p:nvPicPr>
        <p:blipFill>
          <a:blip r:embed="rId3"/>
          <a:stretch>
            <a:fillRect/>
          </a:stretch>
        </p:blipFill>
        <p:spPr>
          <a:xfrm>
            <a:off x="31491000" y="4410000"/>
            <a:ext cx="5400000" cy="5400000"/>
          </a:xfrm>
          <a:prstGeom prst="roundRect">
            <a:avLst>
              <a:gd name="adj" fmla="val 4000"/>
            </a:avLst>
          </a:prstGeom>
        </p:spPr>
      </p:pic>
      <p:sp>
        <p:nvSpPr>
          <p:cNvPr id="60" name="相框边22"/>
          <p:cNvSpPr/>
          <p:nvPr/>
        </p:nvSpPr>
        <p:spPr>
          <a:xfrm>
            <a:off x="31491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61" name="姓名22底"/>
          <p:cNvSpPr/>
          <p:nvPr/>
        </p:nvSpPr>
        <p:spPr>
          <a:xfrm>
            <a:off x="35415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2" name="姓名22"/>
          <p:cNvSpPr txBox="1"/>
          <p:nvPr/>
        </p:nvSpPr>
        <p:spPr>
          <a:xfrm>
            <a:off x="35415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2</a:t>
            </a:r>
          </a:p>
          <a:p>
            <a:pPr algn="ctr">
              <a:lnSpc>
                <a:spcPts val="4592"/>
              </a:lnSpc>
            </a:pPr>
            <a:r>
              <a:rPr sz="4251" b="1">
                <a:solidFill>
                  <a:srgbClr val="3A1A0A"/>
                </a:solidFill>
                <a:latin typeface="KaiTi"/>
                <a:ea typeface="楷体"/>
              </a:rPr>
              <a:t>2</a:t>
            </a:r>
          </a:p>
        </p:txBody>
      </p:sp>
      <p:sp>
        <p:nvSpPr>
          <p:cNvPr id="63" name="单位22底"/>
          <p:cNvSpPr/>
          <p:nvPr/>
        </p:nvSpPr>
        <p:spPr>
          <a:xfrm>
            <a:off x="36207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64" name="单位22"/>
          <p:cNvSpPr txBox="1"/>
          <p:nvPr/>
        </p:nvSpPr>
        <p:spPr>
          <a:xfrm>
            <a:off x="36207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65" name="文字框22"/>
          <p:cNvSpPr/>
          <p:nvPr/>
        </p:nvSpPr>
        <p:spPr>
          <a:xfrm>
            <a:off x="31491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66" name="文字框饰条22"/>
          <p:cNvSpPr/>
          <p:nvPr/>
        </p:nvSpPr>
        <p:spPr>
          <a:xfrm>
            <a:off x="31671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67" name="介绍22"/>
          <p:cNvSpPr txBox="1"/>
          <p:nvPr/>
        </p:nvSpPr>
        <p:spPr>
          <a:xfrm>
            <a:off x="31743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68" name="热区22">
            <a:hlinkClick action="ppaction://hlinksldjump" r:id="rId9"/>
          </p:cNvPr>
          <p:cNvSpPr/>
          <p:nvPr/>
        </p:nvSpPr>
        <p:spPr>
          <a:xfrm>
            <a:off x="31491000" y="4410000"/>
            <a:ext cx="5400000" cy="11340000"/>
          </a:xfrm>
          <a:prstGeom prst="rect">
            <a:avLst/>
          </a:prstGeom>
          <a:solidFill>
            <a:srgbClr val="000000">
              <a:alpha val="0"/>
            </a:srgbClr>
          </a:solidFill>
          <a:ln>
            <a:noFill/>
          </a:ln>
        </p:spPr>
        <p:txBody>
          <a:bodyPr rtlCol="0" anchor="ctr"/>
          <a:lstStyle/>
          <a:p>
            <a:pPr algn="ctr"/>
          </a:p>
        </p:txBody>
      </p:sp>
      <p:pic>
        <p:nvPicPr>
          <p:cNvPr id="69" name="!!p23" descr="image.jpg"/>
          <p:cNvPicPr>
            <a:picLocks noChangeAspect="1"/>
          </p:cNvPicPr>
          <p:nvPr/>
        </p:nvPicPr>
        <p:blipFill>
          <a:blip r:embed="rId2"/>
          <a:srcRect l="12500" r="12500"/>
          <a:stretch>
            <a:fillRect/>
          </a:stretch>
        </p:blipFill>
        <p:spPr>
          <a:xfrm>
            <a:off x="37485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70" name="红绸23" descr="image.png"/>
          <p:cNvPicPr>
            <a:picLocks noChangeAspect="1"/>
          </p:cNvPicPr>
          <p:nvPr/>
        </p:nvPicPr>
        <p:blipFill>
          <a:blip r:embed="rId3"/>
          <a:stretch>
            <a:fillRect/>
          </a:stretch>
        </p:blipFill>
        <p:spPr>
          <a:xfrm>
            <a:off x="37485000" y="4410000"/>
            <a:ext cx="5400000" cy="5400000"/>
          </a:xfrm>
          <a:prstGeom prst="roundRect">
            <a:avLst>
              <a:gd name="adj" fmla="val 4000"/>
            </a:avLst>
          </a:prstGeom>
        </p:spPr>
      </p:pic>
      <p:sp>
        <p:nvSpPr>
          <p:cNvPr id="71" name="相框边23"/>
          <p:cNvSpPr/>
          <p:nvPr/>
        </p:nvSpPr>
        <p:spPr>
          <a:xfrm>
            <a:off x="37485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72" name="姓名23底"/>
          <p:cNvSpPr/>
          <p:nvPr/>
        </p:nvSpPr>
        <p:spPr>
          <a:xfrm>
            <a:off x="41409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3" name="姓名23"/>
          <p:cNvSpPr txBox="1"/>
          <p:nvPr/>
        </p:nvSpPr>
        <p:spPr>
          <a:xfrm>
            <a:off x="41409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2</a:t>
            </a:r>
          </a:p>
          <a:p>
            <a:pPr algn="ctr">
              <a:lnSpc>
                <a:spcPts val="4592"/>
              </a:lnSpc>
            </a:pPr>
            <a:r>
              <a:rPr sz="4251" b="1">
                <a:solidFill>
                  <a:srgbClr val="3A1A0A"/>
                </a:solidFill>
                <a:latin typeface="KaiTi"/>
                <a:ea typeface="楷体"/>
              </a:rPr>
              <a:t>3</a:t>
            </a:r>
          </a:p>
        </p:txBody>
      </p:sp>
      <p:sp>
        <p:nvSpPr>
          <p:cNvPr id="74" name="单位23底"/>
          <p:cNvSpPr/>
          <p:nvPr/>
        </p:nvSpPr>
        <p:spPr>
          <a:xfrm>
            <a:off x="42201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75" name="单位23"/>
          <p:cNvSpPr txBox="1"/>
          <p:nvPr/>
        </p:nvSpPr>
        <p:spPr>
          <a:xfrm>
            <a:off x="42201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76" name="文字框23"/>
          <p:cNvSpPr/>
          <p:nvPr/>
        </p:nvSpPr>
        <p:spPr>
          <a:xfrm>
            <a:off x="37485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77" name="文字框饰条23"/>
          <p:cNvSpPr/>
          <p:nvPr/>
        </p:nvSpPr>
        <p:spPr>
          <a:xfrm>
            <a:off x="37665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78" name="介绍23"/>
          <p:cNvSpPr txBox="1"/>
          <p:nvPr/>
        </p:nvSpPr>
        <p:spPr>
          <a:xfrm>
            <a:off x="37737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79" name="热区23">
            <a:hlinkClick action="ppaction://hlinksldjump" r:id="rId10"/>
          </p:cNvPr>
          <p:cNvSpPr/>
          <p:nvPr/>
        </p:nvSpPr>
        <p:spPr>
          <a:xfrm>
            <a:off x="37485000" y="4410000"/>
            <a:ext cx="5400000" cy="11340000"/>
          </a:xfrm>
          <a:prstGeom prst="rect">
            <a:avLst/>
          </a:prstGeom>
          <a:solidFill>
            <a:srgbClr val="000000">
              <a:alpha val="0"/>
            </a:srgbClr>
          </a:solidFill>
          <a:ln>
            <a:noFill/>
          </a:ln>
        </p:spPr>
        <p:txBody>
          <a:bodyPr rtlCol="0" anchor="ctr"/>
          <a:lstStyle/>
          <a:p>
            <a:pPr algn="ctr"/>
          </a:p>
        </p:txBody>
      </p:sp>
      <p:pic>
        <p:nvPicPr>
          <p:cNvPr id="80" name="!!p24" descr="image.jpg"/>
          <p:cNvPicPr>
            <a:picLocks noChangeAspect="1"/>
          </p:cNvPicPr>
          <p:nvPr/>
        </p:nvPicPr>
        <p:blipFill>
          <a:blip r:embed="rId2"/>
          <a:srcRect l="12500" r="12500"/>
          <a:stretch>
            <a:fillRect/>
          </a:stretch>
        </p:blipFill>
        <p:spPr>
          <a:xfrm>
            <a:off x="43479000" y="4410000"/>
            <a:ext cx="5400000" cy="5400000"/>
          </a:xfrm>
          <a:prstGeom prst="roundRect">
            <a:avLst>
              <a:gd name="adj" fmla="val 4000"/>
            </a:avLst>
          </a:prstGeom>
          <a:effectLst>
            <a:outerShdw blurRad="252000" dist="90000" dir="5400000" algn="t" rotWithShape="0">
              <a:srgbClr val="000000">
                <a:alpha val="40000"/>
              </a:srgbClr>
            </a:outerShdw>
          </a:effectLst>
        </p:spPr>
      </p:pic>
      <p:pic>
        <p:nvPicPr>
          <p:cNvPr id="81" name="红绸24" descr="image.png"/>
          <p:cNvPicPr>
            <a:picLocks noChangeAspect="1"/>
          </p:cNvPicPr>
          <p:nvPr/>
        </p:nvPicPr>
        <p:blipFill>
          <a:blip r:embed="rId3"/>
          <a:stretch>
            <a:fillRect/>
          </a:stretch>
        </p:blipFill>
        <p:spPr>
          <a:xfrm>
            <a:off x="43479000" y="4410000"/>
            <a:ext cx="5400000" cy="5400000"/>
          </a:xfrm>
          <a:prstGeom prst="roundRect">
            <a:avLst>
              <a:gd name="adj" fmla="val 4000"/>
            </a:avLst>
          </a:prstGeom>
        </p:spPr>
      </p:pic>
      <p:sp>
        <p:nvSpPr>
          <p:cNvPr id="82" name="相框边24"/>
          <p:cNvSpPr/>
          <p:nvPr/>
        </p:nvSpPr>
        <p:spPr>
          <a:xfrm>
            <a:off x="43479000" y="4410000"/>
            <a:ext cx="5400000" cy="5400000"/>
          </a:xfrm>
          <a:prstGeom prst="roundRect">
            <a:avLst>
              <a:gd name="adj" fmla="val 4000"/>
            </a:avLst>
          </a:prstGeom>
          <a:noFill/>
          <a:ln w="45000">
            <a:solidFill>
              <a:srgbClr val="FFE9D6"/>
            </a:solidFill>
          </a:ln>
        </p:spPr>
        <p:txBody>
          <a:bodyPr rtlCol="0" anchor="ctr"/>
          <a:lstStyle/>
          <a:p>
            <a:pPr algn="ctr"/>
          </a:p>
        </p:txBody>
      </p:sp>
      <p:sp>
        <p:nvSpPr>
          <p:cNvPr id="83" name="姓名24底"/>
          <p:cNvSpPr/>
          <p:nvPr/>
        </p:nvSpPr>
        <p:spPr>
          <a:xfrm>
            <a:off x="47403000" y="4626000"/>
            <a:ext cx="720000" cy="2764800"/>
          </a:xfrm>
          <a:prstGeom prst="roundRect">
            <a:avLst>
              <a:gd name="adj" fmla="val 10000"/>
            </a:avLst>
          </a:prstGeom>
          <a:gradFill rotWithShape="1">
            <a:gsLst>
              <a:gs pos="0">
                <a:srgbClr val="FFF6E2"/>
              </a:gs>
              <a:gs pos="100000">
                <a:srgbClr val="F2D49A"/>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4" name="姓名24"/>
          <p:cNvSpPr txBox="1"/>
          <p:nvPr/>
        </p:nvSpPr>
        <p:spPr>
          <a:xfrm>
            <a:off x="47403000" y="4806000"/>
            <a:ext cx="720000" cy="2404800"/>
          </a:xfrm>
          <a:prstGeom prst="rect">
            <a:avLst/>
          </a:prstGeom>
          <a:noFill/>
        </p:spPr>
        <p:txBody>
          <a:bodyPr wrap="square" lIns="0" rIns="0" tIns="0" bIns="0" anchor="ctr">
            <a:noAutofit/>
          </a:bodyPr>
          <a:lstStyle/>
          <a:p>
            <a:pPr algn="ctr">
              <a:lnSpc>
                <a:spcPts val="4592"/>
              </a:lnSpc>
            </a:pPr>
            <a:r>
              <a:rPr sz="4251" b="1">
                <a:solidFill>
                  <a:srgbClr val="3A1A0A"/>
                </a:solidFill>
                <a:latin typeface="KaiTi"/>
                <a:ea typeface="楷体"/>
              </a:rPr>
              <a:t>人</a:t>
            </a:r>
          </a:p>
          <a:p>
            <a:pPr algn="ctr">
              <a:lnSpc>
                <a:spcPts val="4592"/>
              </a:lnSpc>
            </a:pPr>
            <a:r>
              <a:rPr sz="4251" b="1">
                <a:solidFill>
                  <a:srgbClr val="3A1A0A"/>
                </a:solidFill>
                <a:latin typeface="KaiTi"/>
                <a:ea typeface="楷体"/>
              </a:rPr>
              <a:t>员</a:t>
            </a:r>
          </a:p>
          <a:p>
            <a:pPr algn="ctr">
              <a:lnSpc>
                <a:spcPts val="4592"/>
              </a:lnSpc>
            </a:pPr>
            <a:r>
              <a:rPr sz="4251" b="1">
                <a:solidFill>
                  <a:srgbClr val="3A1A0A"/>
                </a:solidFill>
                <a:latin typeface="KaiTi"/>
                <a:ea typeface="楷体"/>
              </a:rPr>
              <a:t>2</a:t>
            </a:r>
          </a:p>
          <a:p>
            <a:pPr algn="ctr">
              <a:lnSpc>
                <a:spcPts val="4592"/>
              </a:lnSpc>
            </a:pPr>
            <a:r>
              <a:rPr sz="4251" b="1">
                <a:solidFill>
                  <a:srgbClr val="3A1A0A"/>
                </a:solidFill>
                <a:latin typeface="KaiTi"/>
                <a:ea typeface="楷体"/>
              </a:rPr>
              <a:t>4</a:t>
            </a:r>
          </a:p>
        </p:txBody>
      </p:sp>
      <p:sp>
        <p:nvSpPr>
          <p:cNvPr id="85" name="单位24底"/>
          <p:cNvSpPr/>
          <p:nvPr/>
        </p:nvSpPr>
        <p:spPr>
          <a:xfrm>
            <a:off x="48195000" y="5058000"/>
            <a:ext cx="504000" cy="2278800"/>
          </a:xfrm>
          <a:prstGeom prst="roundRect">
            <a:avLst>
              <a:gd name="adj" fmla="val 14285"/>
            </a:avLst>
          </a:prstGeom>
          <a:gradFill rotWithShape="1">
            <a:gsLst>
              <a:gs pos="0">
                <a:srgbClr val="FFFBF2"/>
              </a:gs>
              <a:gs pos="100000">
                <a:srgbClr val="F7E6C4"/>
              </a:gs>
            </a:gsLst>
            <a:lin ang="5400000" scaled="0"/>
          </a:gradFill>
          <a:ln>
            <a:noFill/>
          </a:ln>
          <a:effectLst>
            <a:outerShdw blurRad="108000" dist="54000" dir="5400000" algn="t" rotWithShape="0">
              <a:srgbClr val="000000">
                <a:alpha val="35000"/>
              </a:srgbClr>
            </a:outerShdw>
          </a:effectLst>
        </p:spPr>
        <p:txBody>
          <a:bodyPr rtlCol="0" anchor="ctr"/>
          <a:lstStyle/>
          <a:p>
            <a:pPr algn="ctr"/>
          </a:p>
        </p:txBody>
      </p:sp>
      <p:sp>
        <p:nvSpPr>
          <p:cNvPr id="86" name="单位24"/>
          <p:cNvSpPr txBox="1"/>
          <p:nvPr/>
        </p:nvSpPr>
        <p:spPr>
          <a:xfrm>
            <a:off x="48195000" y="5238000"/>
            <a:ext cx="504000" cy="1918800"/>
          </a:xfrm>
          <a:prstGeom prst="rect">
            <a:avLst/>
          </a:prstGeom>
          <a:noFill/>
        </p:spPr>
        <p:txBody>
          <a:bodyPr wrap="square" lIns="0" rIns="0" tIns="0" bIns="0" anchor="ctr">
            <a:noAutofit/>
          </a:bodyPr>
          <a:lstStyle/>
          <a:p>
            <a:pPr algn="ctr">
              <a:lnSpc>
                <a:spcPts val="2908"/>
              </a:lnSpc>
            </a:pPr>
            <a:r>
              <a:rPr sz="2692" b="1">
                <a:solidFill>
                  <a:srgbClr val="C8161D"/>
                </a:solidFill>
                <a:latin typeface="KaiTi"/>
                <a:ea typeface="楷体"/>
              </a:rPr>
              <a:t>单</a:t>
            </a:r>
          </a:p>
          <a:p>
            <a:pPr algn="ctr">
              <a:lnSpc>
                <a:spcPts val="2908"/>
              </a:lnSpc>
            </a:pPr>
            <a:r>
              <a:rPr sz="2692" b="1">
                <a:solidFill>
                  <a:srgbClr val="C8161D"/>
                </a:solidFill>
                <a:latin typeface="KaiTi"/>
                <a:ea typeface="楷体"/>
              </a:rPr>
              <a:t>位</a:t>
            </a:r>
          </a:p>
          <a:p>
            <a:pPr algn="ctr">
              <a:lnSpc>
                <a:spcPts val="2908"/>
              </a:lnSpc>
            </a:pPr>
            <a:r>
              <a:rPr sz="2692" b="1">
                <a:solidFill>
                  <a:srgbClr val="C8161D"/>
                </a:solidFill>
                <a:latin typeface="KaiTi"/>
                <a:ea typeface="楷体"/>
              </a:rPr>
              <a:t>待</a:t>
            </a:r>
          </a:p>
          <a:p>
            <a:pPr algn="ctr">
              <a:lnSpc>
                <a:spcPts val="2908"/>
              </a:lnSpc>
            </a:pPr>
            <a:r>
              <a:rPr sz="2692" b="1">
                <a:solidFill>
                  <a:srgbClr val="C8161D"/>
                </a:solidFill>
                <a:latin typeface="KaiTi"/>
                <a:ea typeface="楷体"/>
              </a:rPr>
              <a:t>补</a:t>
            </a:r>
          </a:p>
          <a:p>
            <a:pPr algn="ctr">
              <a:lnSpc>
                <a:spcPts val="2908"/>
              </a:lnSpc>
            </a:pPr>
            <a:r>
              <a:rPr sz="2692" b="1">
                <a:solidFill>
                  <a:srgbClr val="C8161D"/>
                </a:solidFill>
                <a:latin typeface="KaiTi"/>
                <a:ea typeface="楷体"/>
              </a:rPr>
              <a:t>充</a:t>
            </a:r>
          </a:p>
        </p:txBody>
      </p:sp>
      <p:sp>
        <p:nvSpPr>
          <p:cNvPr id="87" name="文字框24"/>
          <p:cNvSpPr/>
          <p:nvPr/>
        </p:nvSpPr>
        <p:spPr>
          <a:xfrm>
            <a:off x="43479000" y="10206000"/>
            <a:ext cx="5400000" cy="5544000"/>
          </a:xfrm>
          <a:prstGeom prst="roundRect">
            <a:avLst>
              <a:gd name="adj" fmla="val 3333"/>
            </a:avLst>
          </a:prstGeom>
          <a:gradFill rotWithShape="1">
            <a:gsLst>
              <a:gs pos="0">
                <a:srgbClr val="FFFFFF"/>
              </a:gs>
              <a:gs pos="100000">
                <a:srgbClr val="FBF7EF"/>
              </a:gs>
            </a:gsLst>
            <a:lin ang="5400000" scaled="0"/>
          </a:gradFill>
          <a:ln>
            <a:noFill/>
          </a:ln>
          <a:effectLst>
            <a:outerShdw blurRad="180000" dist="72000" dir="5400000" algn="t" rotWithShape="0">
              <a:srgbClr val="000000">
                <a:alpha val="30000"/>
              </a:srgbClr>
            </a:outerShdw>
          </a:effectLst>
        </p:spPr>
        <p:txBody>
          <a:bodyPr rtlCol="0" anchor="ctr"/>
          <a:lstStyle/>
          <a:p>
            <a:pPr algn="ctr"/>
          </a:p>
        </p:txBody>
      </p:sp>
      <p:sp>
        <p:nvSpPr>
          <p:cNvPr id="88" name="文字框饰条24"/>
          <p:cNvSpPr/>
          <p:nvPr/>
        </p:nvSpPr>
        <p:spPr>
          <a:xfrm>
            <a:off x="43659000" y="15498000"/>
            <a:ext cx="5040000" cy="108000"/>
          </a:xfrm>
          <a:prstGeom prst="rect">
            <a:avLst/>
          </a:prstGeom>
          <a:gradFill rotWithShape="1">
            <a:gsLst>
              <a:gs pos="0">
                <a:srgbClr val="1F9D55"/>
              </a:gs>
              <a:gs pos="45000">
                <a:srgbClr val="F2C230"/>
              </a:gs>
              <a:gs pos="100000">
                <a:srgbClr val="D8262C"/>
              </a:gs>
            </a:gsLst>
            <a:lin ang="0" scaled="0"/>
          </a:gradFill>
          <a:ln>
            <a:noFill/>
          </a:ln>
        </p:spPr>
        <p:txBody>
          <a:bodyPr rtlCol="0" anchor="ctr"/>
          <a:lstStyle/>
          <a:p>
            <a:pPr algn="ctr"/>
          </a:p>
        </p:txBody>
      </p:sp>
      <p:sp>
        <p:nvSpPr>
          <p:cNvPr id="89" name="介绍24"/>
          <p:cNvSpPr txBox="1"/>
          <p:nvPr/>
        </p:nvSpPr>
        <p:spPr>
          <a:xfrm>
            <a:off x="43731000" y="10494000"/>
            <a:ext cx="4896000" cy="4788000"/>
          </a:xfrm>
          <a:prstGeom prst="rect">
            <a:avLst/>
          </a:prstGeom>
          <a:noFill/>
        </p:spPr>
        <p:txBody>
          <a:bodyPr wrap="square" lIns="0" rIns="0" tIns="0" bIns="0" anchor="ctr">
            <a:noAutofit/>
          </a:bodyPr>
          <a:lstStyle/>
          <a:p>
            <a:pPr algn="ctr">
              <a:lnSpc>
                <a:spcPts val="4251"/>
              </a:lnSpc>
            </a:pPr>
            <a:r>
              <a:rPr sz="2834" b="0">
                <a:solidFill>
                  <a:srgbClr val="333333"/>
                </a:solidFill>
                <a:latin typeface="Microsoft YaHei"/>
                <a:ea typeface="微软雅黑"/>
              </a:rPr>
              <a:t>正面行为介绍待补充。</a:t>
            </a:r>
          </a:p>
        </p:txBody>
      </p:sp>
      <p:sp>
        <p:nvSpPr>
          <p:cNvPr id="90" name="热区24">
            <a:hlinkClick action="ppaction://hlinksldjump" r:id="rId11"/>
          </p:cNvPr>
          <p:cNvSpPr/>
          <p:nvPr/>
        </p:nvSpPr>
        <p:spPr>
          <a:xfrm>
            <a:off x="43479000" y="4410000"/>
            <a:ext cx="5400000" cy="11340000"/>
          </a:xfrm>
          <a:prstGeom prst="rect">
            <a:avLst/>
          </a:prstGeom>
          <a:solidFill>
            <a:srgbClr val="000000">
              <a:alpha val="0"/>
            </a:srgbClr>
          </a:solidFill>
          <a:ln>
            <a:noFill/>
          </a:ln>
        </p:spPr>
        <p:txBody>
          <a:bodyPr rtlCol="0" anchor="ctr"/>
          <a:lstStyle/>
          <a:p>
            <a:pPr algn="ctr"/>
          </a:p>
        </p:txBody>
      </p:sp>
      <p:sp>
        <p:nvSpPr>
          <p:cNvPr id="91" name="上一页底"/>
          <p:cNvSpPr/>
          <p:nvPr/>
        </p:nvSpPr>
        <p:spPr>
          <a:xfrm>
            <a:off x="810000" y="16830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92" name="上一页字"/>
          <p:cNvSpPr txBox="1"/>
          <p:nvPr/>
        </p:nvSpPr>
        <p:spPr>
          <a:xfrm>
            <a:off x="810000" y="16830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 上一页</a:t>
            </a:r>
          </a:p>
        </p:txBody>
      </p:sp>
      <p:sp>
        <p:nvSpPr>
          <p:cNvPr id="93" name="上一页">
            <a:hlinkClick action="ppaction://hlinksldjump" r:id="rId12"/>
          </p:cNvPr>
          <p:cNvSpPr/>
          <p:nvPr/>
        </p:nvSpPr>
        <p:spPr>
          <a:xfrm>
            <a:off x="810000" y="16830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7"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7"/>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7"/>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7"/>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7"/>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人员17</a:t>
            </a:r>
          </a:p>
        </p:txBody>
      </p:sp>
      <p:sp>
        <p:nvSpPr>
          <p:cNvPr id="29" name="分隔左17"/>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7"/>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7"/>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7"/>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7"/>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7"/>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7"/>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7"/>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7"/>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7"/>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7"/>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8"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8"/>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8"/>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8"/>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8"/>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人员18</a:t>
            </a:r>
          </a:p>
        </p:txBody>
      </p:sp>
      <p:sp>
        <p:nvSpPr>
          <p:cNvPr id="29" name="分隔左18"/>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8"/>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8"/>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8"/>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8"/>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8"/>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8"/>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8"/>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8"/>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8"/>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8"/>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人员19</a:t>
            </a:r>
          </a:p>
        </p:txBody>
      </p:sp>
      <p:sp>
        <p:nvSpPr>
          <p:cNvPr id="29" name="分隔左1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人员20</a:t>
            </a:r>
          </a:p>
        </p:txBody>
      </p:sp>
      <p:sp>
        <p:nvSpPr>
          <p:cNvPr id="29" name="分隔左2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人员21</a:t>
            </a:r>
          </a:p>
        </p:txBody>
      </p:sp>
      <p:sp>
        <p:nvSpPr>
          <p:cNvPr id="29" name="分隔左2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人员22</a:t>
            </a:r>
          </a:p>
        </p:txBody>
      </p:sp>
      <p:sp>
        <p:nvSpPr>
          <p:cNvPr id="29" name="分隔左2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人员23</a:t>
            </a:r>
          </a:p>
        </p:txBody>
      </p:sp>
      <p:sp>
        <p:nvSpPr>
          <p:cNvPr id="29" name="分隔左2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人员24</a:t>
            </a:r>
          </a:p>
        </p:txBody>
      </p:sp>
      <p:sp>
        <p:nvSpPr>
          <p:cNvPr id="29" name="分隔左2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