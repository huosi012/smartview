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50400000" cy="180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showPr>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页（共 2 页）。点照片放大；翻页笔“下一页”按顺序放大；放映中输入页码再按回车可直接跳转：</a:t>
            </a:r>
          </a:p>
          <a:p>
            <a:r>
              <a:t>第 2 张幻灯片：第 1 位 刘明利（技术支持处）</a:t>
            </a:r>
          </a:p>
          <a:p>
            <a:r>
              <a:t>第 3 张幻灯片：第 2 位 张岩（运行一处）</a:t>
            </a:r>
          </a:p>
          <a:p>
            <a:r>
              <a:t>第 4 张幻灯片：第 3 位 杨帆（化学环保处）</a:t>
            </a:r>
          </a:p>
          <a:p>
            <a:r>
              <a:t>第 5 张幻灯片：第 4 位 庞立成（运行二处）</a:t>
            </a:r>
          </a:p>
          <a:p>
            <a:r>
              <a:t>第 6 张幻灯片：第 5 位 于海青（上海申亿）</a:t>
            </a:r>
          </a:p>
          <a:p>
            <a:r>
              <a:t>第 7 张幻灯片：第 6 位 潘绍卓（运行一处）</a:t>
            </a:r>
          </a:p>
          <a:p>
            <a:r>
              <a:t>第 8 张幻灯片：第 7 位 成鹏飞（中核凯利）</a:t>
            </a:r>
          </a:p>
          <a:p>
            <a:r>
              <a:t>第 9 张幻灯片：第 8 位 何韶然（运行二处）</a:t>
            </a:r>
          </a:p>
          <a:p>
            <a:r>
              <a:t>第 10 张幻灯片：第 9 位 人员09（单位待补充）</a:t>
            </a:r>
          </a:p>
          <a:p>
            <a:r>
              <a:t>第 11 张幻灯片：第 10 位 人员10（单位待补充）</a:t>
            </a:r>
          </a:p>
          <a:p>
            <a:r>
              <a:t>第 12 张幻灯片：第 11 位 人员11（单位待补充）</a:t>
            </a:r>
          </a:p>
          <a:p>
            <a:r>
              <a:t>第 13 张幻灯片：第 12 位 人员12（单位待补充）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位：刘明利（技术支持处）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位：张岩（运行一处）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位：杨帆（化学环保处）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位：庞立成（运行二处）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位：于海青（上海申亿）</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位：潘绍卓（运行一处）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位：成鹏飞（中核凯利）</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位：何韶然（运行二处）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位：人员09（单位待补充）</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位：人员10（单位待补充）</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位：人员11（单位待补充）</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位：人员12（单位待补充）</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页（共 2 页）。点照片放大；翻页笔“下一页”按顺序放大；放映中输入页码再按回车可直接跳转：</a:t>
            </a:r>
          </a:p>
          <a:p>
            <a:r>
              <a:t>第 15 张幻灯片：第 13 位 人员13（单位待补充）</a:t>
            </a:r>
          </a:p>
          <a:p>
            <a:r>
              <a:t>第 16 张幻灯片：第 14 位 人员14（单位待补充）</a:t>
            </a:r>
          </a:p>
          <a:p>
            <a:r>
              <a:t>第 17 张幻灯片：第 15 位 人员15（单位待补充）</a:t>
            </a:r>
          </a:p>
          <a:p>
            <a:r>
              <a:t>第 18 张幻灯片：第 16 位 人员16（单位待补充）</a:t>
            </a:r>
          </a:p>
          <a:p>
            <a:r>
              <a:t>第 19 张幻灯片：第 17 位 人员17（单位待补充）</a:t>
            </a:r>
          </a:p>
          <a:p>
            <a:r>
              <a:t>第 20 张幻灯片：第 18 位 人员18（单位待补充）</a:t>
            </a:r>
          </a:p>
          <a:p>
            <a:r>
              <a:t>第 21 张幻灯片：第 19 位 人员19（单位待补充）</a:t>
            </a:r>
          </a:p>
          <a:p>
            <a:r>
              <a:t>第 22 张幻灯片：第 20 位 人员20（单位待补充）</a:t>
            </a:r>
          </a:p>
          <a:p>
            <a:r>
              <a:t>第 23 张幻灯片：第 21 位 人员21（单位待补充）</a:t>
            </a:r>
          </a:p>
          <a:p>
            <a:r>
              <a:t>第 24 张幻灯片：第 22 位 人员22（单位待补充）</a:t>
            </a:r>
          </a:p>
          <a:p>
            <a:r>
              <a:t>第 25 张幻灯片：第 23 位 人员23（单位待补充）</a:t>
            </a:r>
          </a:p>
          <a:p>
            <a:r>
              <a:t>第 26 张幻灯片：第 24 位 人员24（单位待补充）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位：人员13（单位待补充）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位：人员14（单位待补充）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位：人员15（单位待补充）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位：人员16（单位待补充）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17 位：人员17（单位待补充）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18 位：人员18（单位待补充）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19 位：人员19（单位待补充）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20 位：人员20（单位待补充）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21 位：人员21（单位待补充）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22 位：人员22（单位待补充）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23 位：人员23（单位待补充）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24 位：人员24（单位待补充）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slide" Target="slide2.xml"/><Relationship Id="rId4" Type="http://schemas.openxmlformats.org/officeDocument/2006/relationships/image" Target="../media/image3.jpg"/><Relationship Id="rId5" Type="http://schemas.openxmlformats.org/officeDocument/2006/relationships/slide" Target="slide3.xml"/><Relationship Id="rId6" Type="http://schemas.openxmlformats.org/officeDocument/2006/relationships/image" Target="../media/image4.jpg"/><Relationship Id="rId7" Type="http://schemas.openxmlformats.org/officeDocument/2006/relationships/slide" Target="slide4.xml"/><Relationship Id="rId8" Type="http://schemas.openxmlformats.org/officeDocument/2006/relationships/image" Target="../media/image5.jpg"/><Relationship Id="rId9" Type="http://schemas.openxmlformats.org/officeDocument/2006/relationships/slide" Target="slide5.xml"/><Relationship Id="rId10" Type="http://schemas.openxmlformats.org/officeDocument/2006/relationships/image" Target="../media/image6.jpg"/><Relationship Id="rId11" Type="http://schemas.openxmlformats.org/officeDocument/2006/relationships/slide" Target="slide6.xml"/><Relationship Id="rId12" Type="http://schemas.openxmlformats.org/officeDocument/2006/relationships/image" Target="../media/image7.jpg"/><Relationship Id="rId13" Type="http://schemas.openxmlformats.org/officeDocument/2006/relationships/slide" Target="slide7.xml"/><Relationship Id="rId14" Type="http://schemas.openxmlformats.org/officeDocument/2006/relationships/image" Target="../media/image8.jpg"/><Relationship Id="rId15" Type="http://schemas.openxmlformats.org/officeDocument/2006/relationships/slide" Target="slide8.xml"/><Relationship Id="rId16" Type="http://schemas.openxmlformats.org/officeDocument/2006/relationships/image" Target="../media/image9.jpg"/><Relationship Id="rId17" Type="http://schemas.openxmlformats.org/officeDocument/2006/relationships/slide" Target="slide9.xml"/><Relationship Id="rId18" Type="http://schemas.openxmlformats.org/officeDocument/2006/relationships/image" Target="../media/image10.jpg"/><Relationship Id="rId19" Type="http://schemas.openxmlformats.org/officeDocument/2006/relationships/slide" Target="slide10.xml"/><Relationship Id="rId20" Type="http://schemas.openxmlformats.org/officeDocument/2006/relationships/slide" Target="slide11.xml"/><Relationship Id="rId21" Type="http://schemas.openxmlformats.org/officeDocument/2006/relationships/slide" Target="slide12.xml"/><Relationship Id="rId22" Type="http://schemas.openxmlformats.org/officeDocument/2006/relationships/slide" Target="slide13.xml"/><Relationship Id="rId23" Type="http://schemas.openxmlformats.org/officeDocument/2006/relationships/slide" Target="slide14.xml"/><Relationship Id="rId2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slide" Target="slide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slide" Target="slide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slide" Target="slide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slide" Target="slide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slide" Target="slide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slide" Target="slide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slide" Target="slide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slide" Target="slide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5.xml"/><Relationship Id="rId4" Type="http://schemas.openxmlformats.org/officeDocument/2006/relationships/slide" Target="slide16.xml"/><Relationship Id="rId5" Type="http://schemas.openxmlformats.org/officeDocument/2006/relationships/slide" Target="slide17.xml"/><Relationship Id="rId6" Type="http://schemas.openxmlformats.org/officeDocument/2006/relationships/slide" Target="slide18.xml"/><Relationship Id="rId7" Type="http://schemas.openxmlformats.org/officeDocument/2006/relationships/slide" Target="slide19.xml"/><Relationship Id="rId8" Type="http://schemas.openxmlformats.org/officeDocument/2006/relationships/slide" Target="slide20.xml"/><Relationship Id="rId9" Type="http://schemas.openxmlformats.org/officeDocument/2006/relationships/slide" Target="slide21.xml"/><Relationship Id="rId10" Type="http://schemas.openxmlformats.org/officeDocument/2006/relationships/slide" Target="slide22.xml"/><Relationship Id="rId11" Type="http://schemas.openxmlformats.org/officeDocument/2006/relationships/slide" Target="slide23.xml"/><Relationship Id="rId12" Type="http://schemas.openxmlformats.org/officeDocument/2006/relationships/slide" Target="slide24.xml"/><Relationship Id="rId13" Type="http://schemas.openxmlformats.org/officeDocument/2006/relationships/slide" Target="slide25.xml"/><Relationship Id="rId14" Type="http://schemas.openxmlformats.org/officeDocument/2006/relationships/slide" Target="slide26.xml"/><Relationship Id="rId15" Type="http://schemas.openxmlformats.org/officeDocument/2006/relationships/slide" Target="slide1.xml"/><Relationship Id="rId1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4.xml"/><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卡框1"/>
          <p:cNvSpPr/>
          <p:nvPr/>
        </p:nvSpPr>
        <p:spPr>
          <a:xfrm>
            <a:off x="5940000" y="5940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 name="衬纸1"/>
          <p:cNvSpPr/>
          <p:nvPr/>
        </p:nvSpPr>
        <p:spPr>
          <a:xfrm>
            <a:off x="6030000" y="6030000"/>
            <a:ext cx="5040000" cy="3816000"/>
          </a:xfrm>
          <a:prstGeom prst="rect">
            <a:avLst/>
          </a:prstGeom>
          <a:solidFill>
            <a:srgbClr val="FFFAF0"/>
          </a:solidFill>
          <a:ln>
            <a:noFill/>
          </a:ln>
        </p:spPr>
        <p:txBody>
          <a:bodyPr rtlCol="0" anchor="ctr"/>
          <a:lstStyle/>
          <a:p>
            <a:pPr algn="ctr"/>
          </a:p>
        </p:txBody>
      </p:sp>
      <p:pic>
        <p:nvPicPr>
          <p:cNvPr id="4" name="!!p1" descr="image.jpg"/>
          <p:cNvPicPr>
            <a:picLocks noChangeAspect="1"/>
          </p:cNvPicPr>
          <p:nvPr/>
        </p:nvPicPr>
        <p:blipFill>
          <a:blip r:embed="rId2"/>
          <a:srcRect t="12536" b="29251"/>
          <a:stretch>
            <a:fillRect/>
          </a:stretch>
        </p:blipFill>
        <p:spPr>
          <a:xfrm>
            <a:off x="6120000" y="6120000"/>
            <a:ext cx="4860000" cy="3636000"/>
          </a:xfrm>
          <a:prstGeom prst="rect">
            <a:avLst/>
          </a:prstGeom>
        </p:spPr>
      </p:pic>
      <p:sp>
        <p:nvSpPr>
          <p:cNvPr id="5" name="名牌底1"/>
          <p:cNvSpPr/>
          <p:nvPr/>
        </p:nvSpPr>
        <p:spPr>
          <a:xfrm>
            <a:off x="6030000" y="9846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6" name="名牌金线1"/>
          <p:cNvSpPr/>
          <p:nvPr/>
        </p:nvSpPr>
        <p:spPr>
          <a:xfrm>
            <a:off x="6030000" y="9846000"/>
            <a:ext cx="5040000" cy="54000"/>
          </a:xfrm>
          <a:prstGeom prst="rect">
            <a:avLst/>
          </a:prstGeom>
          <a:solidFill>
            <a:srgbClr val="FFDC8C"/>
          </a:solidFill>
          <a:ln>
            <a:noFill/>
          </a:ln>
        </p:spPr>
        <p:txBody>
          <a:bodyPr rtlCol="0" anchor="ctr"/>
          <a:lstStyle/>
          <a:p>
            <a:pPr algn="ctr"/>
          </a:p>
        </p:txBody>
      </p:sp>
      <p:sp>
        <p:nvSpPr>
          <p:cNvPr id="7" name="名牌1"/>
          <p:cNvSpPr txBox="1"/>
          <p:nvPr/>
        </p:nvSpPr>
        <p:spPr>
          <a:xfrm>
            <a:off x="6030000" y="9900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刘明利</a:t>
            </a:r>
          </a:p>
          <a:p>
            <a:pPr algn="ctr"/>
            <a:r>
              <a:rPr sz="2692" b="0">
                <a:solidFill>
                  <a:srgbClr val="FFF1D6"/>
                </a:solidFill>
                <a:latin typeface="Microsoft YaHei"/>
                <a:ea typeface="微软雅黑"/>
              </a:rPr>
              <a:t>技术支持处</a:t>
            </a:r>
          </a:p>
        </p:txBody>
      </p:sp>
      <p:sp>
        <p:nvSpPr>
          <p:cNvPr id="8" name="热区1">
            <a:hlinkClick action="ppaction://hlinksldjump" r:id="rId3"/>
          </p:cNvPr>
          <p:cNvSpPr/>
          <p:nvPr/>
        </p:nvSpPr>
        <p:spPr>
          <a:xfrm>
            <a:off x="5940000" y="5940000"/>
            <a:ext cx="5220000" cy="5256000"/>
          </a:xfrm>
          <a:prstGeom prst="rect">
            <a:avLst/>
          </a:prstGeom>
          <a:solidFill>
            <a:srgbClr val="000000">
              <a:alpha val="0"/>
            </a:srgbClr>
          </a:solidFill>
          <a:ln>
            <a:noFill/>
          </a:ln>
        </p:spPr>
        <p:txBody>
          <a:bodyPr rtlCol="0" anchor="ctr"/>
          <a:lstStyle/>
          <a:p>
            <a:pPr algn="ctr"/>
          </a:p>
        </p:txBody>
      </p:sp>
      <p:sp>
        <p:nvSpPr>
          <p:cNvPr id="9" name="卡框2"/>
          <p:cNvSpPr/>
          <p:nvPr/>
        </p:nvSpPr>
        <p:spPr>
          <a:xfrm>
            <a:off x="12600000" y="5940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0" name="衬纸2"/>
          <p:cNvSpPr/>
          <p:nvPr/>
        </p:nvSpPr>
        <p:spPr>
          <a:xfrm>
            <a:off x="12690000" y="6030000"/>
            <a:ext cx="5040000" cy="3816000"/>
          </a:xfrm>
          <a:prstGeom prst="rect">
            <a:avLst/>
          </a:prstGeom>
          <a:solidFill>
            <a:srgbClr val="FFFAF0"/>
          </a:solidFill>
          <a:ln>
            <a:noFill/>
          </a:ln>
        </p:spPr>
        <p:txBody>
          <a:bodyPr rtlCol="0" anchor="ctr"/>
          <a:lstStyle/>
          <a:p>
            <a:pPr algn="ctr"/>
          </a:p>
        </p:txBody>
      </p:sp>
      <p:pic>
        <p:nvPicPr>
          <p:cNvPr id="11" name="!!p2" descr="image.jpg"/>
          <p:cNvPicPr>
            <a:picLocks noChangeAspect="1"/>
          </p:cNvPicPr>
          <p:nvPr/>
        </p:nvPicPr>
        <p:blipFill>
          <a:blip r:embed="rId4"/>
          <a:srcRect t="12536" b="29251"/>
          <a:stretch>
            <a:fillRect/>
          </a:stretch>
        </p:blipFill>
        <p:spPr>
          <a:xfrm>
            <a:off x="12780000" y="6120000"/>
            <a:ext cx="4860000" cy="3636000"/>
          </a:xfrm>
          <a:prstGeom prst="rect">
            <a:avLst/>
          </a:prstGeom>
        </p:spPr>
      </p:pic>
      <p:sp>
        <p:nvSpPr>
          <p:cNvPr id="12" name="名牌底2"/>
          <p:cNvSpPr/>
          <p:nvPr/>
        </p:nvSpPr>
        <p:spPr>
          <a:xfrm>
            <a:off x="12690000" y="9846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13" name="名牌金线2"/>
          <p:cNvSpPr/>
          <p:nvPr/>
        </p:nvSpPr>
        <p:spPr>
          <a:xfrm>
            <a:off x="12690000" y="9846000"/>
            <a:ext cx="5040000" cy="54000"/>
          </a:xfrm>
          <a:prstGeom prst="rect">
            <a:avLst/>
          </a:prstGeom>
          <a:solidFill>
            <a:srgbClr val="FFDC8C"/>
          </a:solidFill>
          <a:ln>
            <a:noFill/>
          </a:ln>
        </p:spPr>
        <p:txBody>
          <a:bodyPr rtlCol="0" anchor="ctr"/>
          <a:lstStyle/>
          <a:p>
            <a:pPr algn="ctr"/>
          </a:p>
        </p:txBody>
      </p:sp>
      <p:sp>
        <p:nvSpPr>
          <p:cNvPr id="14" name="名牌2"/>
          <p:cNvSpPr txBox="1"/>
          <p:nvPr/>
        </p:nvSpPr>
        <p:spPr>
          <a:xfrm>
            <a:off x="12690000" y="9900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张岩</a:t>
            </a:r>
          </a:p>
          <a:p>
            <a:pPr algn="ctr"/>
            <a:r>
              <a:rPr sz="2692" b="0">
                <a:solidFill>
                  <a:srgbClr val="FFF1D6"/>
                </a:solidFill>
                <a:latin typeface="Microsoft YaHei"/>
                <a:ea typeface="微软雅黑"/>
              </a:rPr>
              <a:t>运行一处</a:t>
            </a:r>
          </a:p>
        </p:txBody>
      </p:sp>
      <p:sp>
        <p:nvSpPr>
          <p:cNvPr id="15" name="热区2">
            <a:hlinkClick action="ppaction://hlinksldjump" r:id="rId5"/>
          </p:cNvPr>
          <p:cNvSpPr/>
          <p:nvPr/>
        </p:nvSpPr>
        <p:spPr>
          <a:xfrm>
            <a:off x="12600000" y="5940000"/>
            <a:ext cx="5220000" cy="5256000"/>
          </a:xfrm>
          <a:prstGeom prst="rect">
            <a:avLst/>
          </a:prstGeom>
          <a:solidFill>
            <a:srgbClr val="000000">
              <a:alpha val="0"/>
            </a:srgbClr>
          </a:solidFill>
          <a:ln>
            <a:noFill/>
          </a:ln>
        </p:spPr>
        <p:txBody>
          <a:bodyPr rtlCol="0" anchor="ctr"/>
          <a:lstStyle/>
          <a:p>
            <a:pPr algn="ctr"/>
          </a:p>
        </p:txBody>
      </p:sp>
      <p:sp>
        <p:nvSpPr>
          <p:cNvPr id="16" name="卡框3"/>
          <p:cNvSpPr/>
          <p:nvPr/>
        </p:nvSpPr>
        <p:spPr>
          <a:xfrm>
            <a:off x="19260000" y="5940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7" name="衬纸3"/>
          <p:cNvSpPr/>
          <p:nvPr/>
        </p:nvSpPr>
        <p:spPr>
          <a:xfrm>
            <a:off x="19350000" y="6030000"/>
            <a:ext cx="5040000" cy="3816000"/>
          </a:xfrm>
          <a:prstGeom prst="rect">
            <a:avLst/>
          </a:prstGeom>
          <a:solidFill>
            <a:srgbClr val="FFFAF0"/>
          </a:solidFill>
          <a:ln>
            <a:noFill/>
          </a:ln>
        </p:spPr>
        <p:txBody>
          <a:bodyPr rtlCol="0" anchor="ctr"/>
          <a:lstStyle/>
          <a:p>
            <a:pPr algn="ctr"/>
          </a:p>
        </p:txBody>
      </p:sp>
      <p:pic>
        <p:nvPicPr>
          <p:cNvPr id="18" name="!!p3" descr="image.jpg"/>
          <p:cNvPicPr>
            <a:picLocks noChangeAspect="1"/>
          </p:cNvPicPr>
          <p:nvPr/>
        </p:nvPicPr>
        <p:blipFill>
          <a:blip r:embed="rId6"/>
          <a:srcRect t="12536" b="29251"/>
          <a:stretch>
            <a:fillRect/>
          </a:stretch>
        </p:blipFill>
        <p:spPr>
          <a:xfrm>
            <a:off x="19440000" y="6120000"/>
            <a:ext cx="4860000" cy="3636000"/>
          </a:xfrm>
          <a:prstGeom prst="rect">
            <a:avLst/>
          </a:prstGeom>
        </p:spPr>
      </p:pic>
      <p:sp>
        <p:nvSpPr>
          <p:cNvPr id="19" name="名牌底3"/>
          <p:cNvSpPr/>
          <p:nvPr/>
        </p:nvSpPr>
        <p:spPr>
          <a:xfrm>
            <a:off x="19350000" y="9846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20" name="名牌金线3"/>
          <p:cNvSpPr/>
          <p:nvPr/>
        </p:nvSpPr>
        <p:spPr>
          <a:xfrm>
            <a:off x="19350000" y="9846000"/>
            <a:ext cx="5040000" cy="54000"/>
          </a:xfrm>
          <a:prstGeom prst="rect">
            <a:avLst/>
          </a:prstGeom>
          <a:solidFill>
            <a:srgbClr val="FFDC8C"/>
          </a:solidFill>
          <a:ln>
            <a:noFill/>
          </a:ln>
        </p:spPr>
        <p:txBody>
          <a:bodyPr rtlCol="0" anchor="ctr"/>
          <a:lstStyle/>
          <a:p>
            <a:pPr algn="ctr"/>
          </a:p>
        </p:txBody>
      </p:sp>
      <p:sp>
        <p:nvSpPr>
          <p:cNvPr id="21" name="名牌3"/>
          <p:cNvSpPr txBox="1"/>
          <p:nvPr/>
        </p:nvSpPr>
        <p:spPr>
          <a:xfrm>
            <a:off x="19350000" y="9900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杨帆</a:t>
            </a:r>
          </a:p>
          <a:p>
            <a:pPr algn="ctr"/>
            <a:r>
              <a:rPr sz="2692" b="0">
                <a:solidFill>
                  <a:srgbClr val="FFF1D6"/>
                </a:solidFill>
                <a:latin typeface="Microsoft YaHei"/>
                <a:ea typeface="微软雅黑"/>
              </a:rPr>
              <a:t>化学环保处</a:t>
            </a:r>
          </a:p>
        </p:txBody>
      </p:sp>
      <p:sp>
        <p:nvSpPr>
          <p:cNvPr id="22" name="热区3">
            <a:hlinkClick action="ppaction://hlinksldjump" r:id="rId7"/>
          </p:cNvPr>
          <p:cNvSpPr/>
          <p:nvPr/>
        </p:nvSpPr>
        <p:spPr>
          <a:xfrm>
            <a:off x="19260000" y="5940000"/>
            <a:ext cx="5220000" cy="5256000"/>
          </a:xfrm>
          <a:prstGeom prst="rect">
            <a:avLst/>
          </a:prstGeom>
          <a:solidFill>
            <a:srgbClr val="000000">
              <a:alpha val="0"/>
            </a:srgbClr>
          </a:solidFill>
          <a:ln>
            <a:noFill/>
          </a:ln>
        </p:spPr>
        <p:txBody>
          <a:bodyPr rtlCol="0" anchor="ctr"/>
          <a:lstStyle/>
          <a:p>
            <a:pPr algn="ctr"/>
          </a:p>
        </p:txBody>
      </p:sp>
      <p:sp>
        <p:nvSpPr>
          <p:cNvPr id="23" name="卡框4"/>
          <p:cNvSpPr/>
          <p:nvPr/>
        </p:nvSpPr>
        <p:spPr>
          <a:xfrm>
            <a:off x="25920000" y="5940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24" name="衬纸4"/>
          <p:cNvSpPr/>
          <p:nvPr/>
        </p:nvSpPr>
        <p:spPr>
          <a:xfrm>
            <a:off x="26010000" y="6030000"/>
            <a:ext cx="5040000" cy="3816000"/>
          </a:xfrm>
          <a:prstGeom prst="rect">
            <a:avLst/>
          </a:prstGeom>
          <a:solidFill>
            <a:srgbClr val="FFFAF0"/>
          </a:solidFill>
          <a:ln>
            <a:noFill/>
          </a:ln>
        </p:spPr>
        <p:txBody>
          <a:bodyPr rtlCol="0" anchor="ctr"/>
          <a:lstStyle/>
          <a:p>
            <a:pPr algn="ctr"/>
          </a:p>
        </p:txBody>
      </p:sp>
      <p:pic>
        <p:nvPicPr>
          <p:cNvPr id="25" name="!!p4" descr="image.jpg"/>
          <p:cNvPicPr>
            <a:picLocks noChangeAspect="1"/>
          </p:cNvPicPr>
          <p:nvPr/>
        </p:nvPicPr>
        <p:blipFill>
          <a:blip r:embed="rId8"/>
          <a:srcRect t="12536" b="29251"/>
          <a:stretch>
            <a:fillRect/>
          </a:stretch>
        </p:blipFill>
        <p:spPr>
          <a:xfrm>
            <a:off x="26100000" y="6120000"/>
            <a:ext cx="4860000" cy="3636000"/>
          </a:xfrm>
          <a:prstGeom prst="rect">
            <a:avLst/>
          </a:prstGeom>
        </p:spPr>
      </p:pic>
      <p:sp>
        <p:nvSpPr>
          <p:cNvPr id="26" name="名牌底4"/>
          <p:cNvSpPr/>
          <p:nvPr/>
        </p:nvSpPr>
        <p:spPr>
          <a:xfrm>
            <a:off x="26010000" y="9846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27" name="名牌金线4"/>
          <p:cNvSpPr/>
          <p:nvPr/>
        </p:nvSpPr>
        <p:spPr>
          <a:xfrm>
            <a:off x="26010000" y="9846000"/>
            <a:ext cx="5040000" cy="54000"/>
          </a:xfrm>
          <a:prstGeom prst="rect">
            <a:avLst/>
          </a:prstGeom>
          <a:solidFill>
            <a:srgbClr val="FFDC8C"/>
          </a:solidFill>
          <a:ln>
            <a:noFill/>
          </a:ln>
        </p:spPr>
        <p:txBody>
          <a:bodyPr rtlCol="0" anchor="ctr"/>
          <a:lstStyle/>
          <a:p>
            <a:pPr algn="ctr"/>
          </a:p>
        </p:txBody>
      </p:sp>
      <p:sp>
        <p:nvSpPr>
          <p:cNvPr id="28" name="名牌4"/>
          <p:cNvSpPr txBox="1"/>
          <p:nvPr/>
        </p:nvSpPr>
        <p:spPr>
          <a:xfrm>
            <a:off x="26010000" y="9900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庞立成</a:t>
            </a:r>
          </a:p>
          <a:p>
            <a:pPr algn="ctr"/>
            <a:r>
              <a:rPr sz="2692" b="0">
                <a:solidFill>
                  <a:srgbClr val="FFF1D6"/>
                </a:solidFill>
                <a:latin typeface="Microsoft YaHei"/>
                <a:ea typeface="微软雅黑"/>
              </a:rPr>
              <a:t>运行二处</a:t>
            </a:r>
          </a:p>
        </p:txBody>
      </p:sp>
      <p:sp>
        <p:nvSpPr>
          <p:cNvPr id="29" name="热区4">
            <a:hlinkClick action="ppaction://hlinksldjump" r:id="rId9"/>
          </p:cNvPr>
          <p:cNvSpPr/>
          <p:nvPr/>
        </p:nvSpPr>
        <p:spPr>
          <a:xfrm>
            <a:off x="25920000" y="5940000"/>
            <a:ext cx="5220000" cy="5256000"/>
          </a:xfrm>
          <a:prstGeom prst="rect">
            <a:avLst/>
          </a:prstGeom>
          <a:solidFill>
            <a:srgbClr val="000000">
              <a:alpha val="0"/>
            </a:srgbClr>
          </a:solidFill>
          <a:ln>
            <a:noFill/>
          </a:ln>
        </p:spPr>
        <p:txBody>
          <a:bodyPr rtlCol="0" anchor="ctr"/>
          <a:lstStyle/>
          <a:p>
            <a:pPr algn="ctr"/>
          </a:p>
        </p:txBody>
      </p:sp>
      <p:sp>
        <p:nvSpPr>
          <p:cNvPr id="30" name="卡框5"/>
          <p:cNvSpPr/>
          <p:nvPr/>
        </p:nvSpPr>
        <p:spPr>
          <a:xfrm>
            <a:off x="32580000" y="5940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1" name="衬纸5"/>
          <p:cNvSpPr/>
          <p:nvPr/>
        </p:nvSpPr>
        <p:spPr>
          <a:xfrm>
            <a:off x="32670000" y="6030000"/>
            <a:ext cx="5040000" cy="3816000"/>
          </a:xfrm>
          <a:prstGeom prst="rect">
            <a:avLst/>
          </a:prstGeom>
          <a:solidFill>
            <a:srgbClr val="FFFAF0"/>
          </a:solidFill>
          <a:ln>
            <a:noFill/>
          </a:ln>
        </p:spPr>
        <p:txBody>
          <a:bodyPr rtlCol="0" anchor="ctr"/>
          <a:lstStyle/>
          <a:p>
            <a:pPr algn="ctr"/>
          </a:p>
        </p:txBody>
      </p:sp>
      <p:pic>
        <p:nvPicPr>
          <p:cNvPr id="32" name="!!p5" descr="image.jpg"/>
          <p:cNvPicPr>
            <a:picLocks noChangeAspect="1"/>
          </p:cNvPicPr>
          <p:nvPr/>
        </p:nvPicPr>
        <p:blipFill>
          <a:blip r:embed="rId10"/>
          <a:srcRect t="12536" b="29251"/>
          <a:stretch>
            <a:fillRect/>
          </a:stretch>
        </p:blipFill>
        <p:spPr>
          <a:xfrm>
            <a:off x="32760000" y="6120000"/>
            <a:ext cx="4860000" cy="3636000"/>
          </a:xfrm>
          <a:prstGeom prst="rect">
            <a:avLst/>
          </a:prstGeom>
        </p:spPr>
      </p:pic>
      <p:sp>
        <p:nvSpPr>
          <p:cNvPr id="33" name="名牌底5"/>
          <p:cNvSpPr/>
          <p:nvPr/>
        </p:nvSpPr>
        <p:spPr>
          <a:xfrm>
            <a:off x="32670000" y="9846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34" name="名牌金线5"/>
          <p:cNvSpPr/>
          <p:nvPr/>
        </p:nvSpPr>
        <p:spPr>
          <a:xfrm>
            <a:off x="32670000" y="9846000"/>
            <a:ext cx="5040000" cy="54000"/>
          </a:xfrm>
          <a:prstGeom prst="rect">
            <a:avLst/>
          </a:prstGeom>
          <a:solidFill>
            <a:srgbClr val="FFDC8C"/>
          </a:solidFill>
          <a:ln>
            <a:noFill/>
          </a:ln>
        </p:spPr>
        <p:txBody>
          <a:bodyPr rtlCol="0" anchor="ctr"/>
          <a:lstStyle/>
          <a:p>
            <a:pPr algn="ctr"/>
          </a:p>
        </p:txBody>
      </p:sp>
      <p:sp>
        <p:nvSpPr>
          <p:cNvPr id="35" name="名牌5"/>
          <p:cNvSpPr txBox="1"/>
          <p:nvPr/>
        </p:nvSpPr>
        <p:spPr>
          <a:xfrm>
            <a:off x="32670000" y="9900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于海青</a:t>
            </a:r>
          </a:p>
          <a:p>
            <a:pPr algn="ctr"/>
            <a:r>
              <a:rPr sz="2692" b="0">
                <a:solidFill>
                  <a:srgbClr val="FFF1D6"/>
                </a:solidFill>
                <a:latin typeface="Microsoft YaHei"/>
                <a:ea typeface="微软雅黑"/>
              </a:rPr>
              <a:t>上海申亿</a:t>
            </a:r>
          </a:p>
        </p:txBody>
      </p:sp>
      <p:sp>
        <p:nvSpPr>
          <p:cNvPr id="36" name="热区5">
            <a:hlinkClick action="ppaction://hlinksldjump" r:id="rId11"/>
          </p:cNvPr>
          <p:cNvSpPr/>
          <p:nvPr/>
        </p:nvSpPr>
        <p:spPr>
          <a:xfrm>
            <a:off x="32580000" y="5940000"/>
            <a:ext cx="5220000" cy="5256000"/>
          </a:xfrm>
          <a:prstGeom prst="rect">
            <a:avLst/>
          </a:prstGeom>
          <a:solidFill>
            <a:srgbClr val="000000">
              <a:alpha val="0"/>
            </a:srgbClr>
          </a:solidFill>
          <a:ln>
            <a:noFill/>
          </a:ln>
        </p:spPr>
        <p:txBody>
          <a:bodyPr rtlCol="0" anchor="ctr"/>
          <a:lstStyle/>
          <a:p>
            <a:pPr algn="ctr"/>
          </a:p>
        </p:txBody>
      </p:sp>
      <p:sp>
        <p:nvSpPr>
          <p:cNvPr id="37" name="卡框6"/>
          <p:cNvSpPr/>
          <p:nvPr/>
        </p:nvSpPr>
        <p:spPr>
          <a:xfrm>
            <a:off x="39240000" y="5940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8" name="衬纸6"/>
          <p:cNvSpPr/>
          <p:nvPr/>
        </p:nvSpPr>
        <p:spPr>
          <a:xfrm>
            <a:off x="39330000" y="6030000"/>
            <a:ext cx="5040000" cy="3816000"/>
          </a:xfrm>
          <a:prstGeom prst="rect">
            <a:avLst/>
          </a:prstGeom>
          <a:solidFill>
            <a:srgbClr val="FFFAF0"/>
          </a:solidFill>
          <a:ln>
            <a:noFill/>
          </a:ln>
        </p:spPr>
        <p:txBody>
          <a:bodyPr rtlCol="0" anchor="ctr"/>
          <a:lstStyle/>
          <a:p>
            <a:pPr algn="ctr"/>
          </a:p>
        </p:txBody>
      </p:sp>
      <p:pic>
        <p:nvPicPr>
          <p:cNvPr id="39" name="!!p6" descr="image.jpg"/>
          <p:cNvPicPr>
            <a:picLocks noChangeAspect="1"/>
          </p:cNvPicPr>
          <p:nvPr/>
        </p:nvPicPr>
        <p:blipFill>
          <a:blip r:embed="rId12"/>
          <a:srcRect t="12536" b="29251"/>
          <a:stretch>
            <a:fillRect/>
          </a:stretch>
        </p:blipFill>
        <p:spPr>
          <a:xfrm>
            <a:off x="39420000" y="6120000"/>
            <a:ext cx="4860000" cy="3636000"/>
          </a:xfrm>
          <a:prstGeom prst="rect">
            <a:avLst/>
          </a:prstGeom>
        </p:spPr>
      </p:pic>
      <p:sp>
        <p:nvSpPr>
          <p:cNvPr id="40" name="名牌底6"/>
          <p:cNvSpPr/>
          <p:nvPr/>
        </p:nvSpPr>
        <p:spPr>
          <a:xfrm>
            <a:off x="39330000" y="9846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41" name="名牌金线6"/>
          <p:cNvSpPr/>
          <p:nvPr/>
        </p:nvSpPr>
        <p:spPr>
          <a:xfrm>
            <a:off x="39330000" y="9846000"/>
            <a:ext cx="5040000" cy="54000"/>
          </a:xfrm>
          <a:prstGeom prst="rect">
            <a:avLst/>
          </a:prstGeom>
          <a:solidFill>
            <a:srgbClr val="FFDC8C"/>
          </a:solidFill>
          <a:ln>
            <a:noFill/>
          </a:ln>
        </p:spPr>
        <p:txBody>
          <a:bodyPr rtlCol="0" anchor="ctr"/>
          <a:lstStyle/>
          <a:p>
            <a:pPr algn="ctr"/>
          </a:p>
        </p:txBody>
      </p:sp>
      <p:sp>
        <p:nvSpPr>
          <p:cNvPr id="42" name="名牌6"/>
          <p:cNvSpPr txBox="1"/>
          <p:nvPr/>
        </p:nvSpPr>
        <p:spPr>
          <a:xfrm>
            <a:off x="39330000" y="9900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潘绍卓</a:t>
            </a:r>
          </a:p>
          <a:p>
            <a:pPr algn="ctr"/>
            <a:r>
              <a:rPr sz="2692" b="0">
                <a:solidFill>
                  <a:srgbClr val="FFF1D6"/>
                </a:solidFill>
                <a:latin typeface="Microsoft YaHei"/>
                <a:ea typeface="微软雅黑"/>
              </a:rPr>
              <a:t>运行一处</a:t>
            </a:r>
          </a:p>
        </p:txBody>
      </p:sp>
      <p:sp>
        <p:nvSpPr>
          <p:cNvPr id="43" name="热区6">
            <a:hlinkClick action="ppaction://hlinksldjump" r:id="rId13"/>
          </p:cNvPr>
          <p:cNvSpPr/>
          <p:nvPr/>
        </p:nvSpPr>
        <p:spPr>
          <a:xfrm>
            <a:off x="39240000" y="5940000"/>
            <a:ext cx="5220000" cy="5256000"/>
          </a:xfrm>
          <a:prstGeom prst="rect">
            <a:avLst/>
          </a:prstGeom>
          <a:solidFill>
            <a:srgbClr val="000000">
              <a:alpha val="0"/>
            </a:srgbClr>
          </a:solidFill>
          <a:ln>
            <a:noFill/>
          </a:ln>
        </p:spPr>
        <p:txBody>
          <a:bodyPr rtlCol="0" anchor="ctr"/>
          <a:lstStyle/>
          <a:p>
            <a:pPr algn="ctr"/>
          </a:p>
        </p:txBody>
      </p:sp>
      <p:sp>
        <p:nvSpPr>
          <p:cNvPr id="44" name="卡框7"/>
          <p:cNvSpPr/>
          <p:nvPr/>
        </p:nvSpPr>
        <p:spPr>
          <a:xfrm>
            <a:off x="5940000" y="12114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45" name="衬纸7"/>
          <p:cNvSpPr/>
          <p:nvPr/>
        </p:nvSpPr>
        <p:spPr>
          <a:xfrm>
            <a:off x="6030000" y="12204000"/>
            <a:ext cx="5040000" cy="3816000"/>
          </a:xfrm>
          <a:prstGeom prst="rect">
            <a:avLst/>
          </a:prstGeom>
          <a:solidFill>
            <a:srgbClr val="FFFAF0"/>
          </a:solidFill>
          <a:ln>
            <a:noFill/>
          </a:ln>
        </p:spPr>
        <p:txBody>
          <a:bodyPr rtlCol="0" anchor="ctr"/>
          <a:lstStyle/>
          <a:p>
            <a:pPr algn="ctr"/>
          </a:p>
        </p:txBody>
      </p:sp>
      <p:pic>
        <p:nvPicPr>
          <p:cNvPr id="46" name="!!p7" descr="image.jpg"/>
          <p:cNvPicPr>
            <a:picLocks noChangeAspect="1"/>
          </p:cNvPicPr>
          <p:nvPr/>
        </p:nvPicPr>
        <p:blipFill>
          <a:blip r:embed="rId14"/>
          <a:srcRect t="12536" b="29251"/>
          <a:stretch>
            <a:fillRect/>
          </a:stretch>
        </p:blipFill>
        <p:spPr>
          <a:xfrm>
            <a:off x="6120000" y="12294000"/>
            <a:ext cx="4860000" cy="3636000"/>
          </a:xfrm>
          <a:prstGeom prst="rect">
            <a:avLst/>
          </a:prstGeom>
        </p:spPr>
      </p:pic>
      <p:sp>
        <p:nvSpPr>
          <p:cNvPr id="47" name="名牌底7"/>
          <p:cNvSpPr/>
          <p:nvPr/>
        </p:nvSpPr>
        <p:spPr>
          <a:xfrm>
            <a:off x="6030000" y="16020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48" name="名牌金线7"/>
          <p:cNvSpPr/>
          <p:nvPr/>
        </p:nvSpPr>
        <p:spPr>
          <a:xfrm>
            <a:off x="6030000" y="16020000"/>
            <a:ext cx="5040000" cy="54000"/>
          </a:xfrm>
          <a:prstGeom prst="rect">
            <a:avLst/>
          </a:prstGeom>
          <a:solidFill>
            <a:srgbClr val="FFDC8C"/>
          </a:solidFill>
          <a:ln>
            <a:noFill/>
          </a:ln>
        </p:spPr>
        <p:txBody>
          <a:bodyPr rtlCol="0" anchor="ctr"/>
          <a:lstStyle/>
          <a:p>
            <a:pPr algn="ctr"/>
          </a:p>
        </p:txBody>
      </p:sp>
      <p:sp>
        <p:nvSpPr>
          <p:cNvPr id="49" name="名牌7"/>
          <p:cNvSpPr txBox="1"/>
          <p:nvPr/>
        </p:nvSpPr>
        <p:spPr>
          <a:xfrm>
            <a:off x="6030000" y="16074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成鹏飞</a:t>
            </a:r>
          </a:p>
          <a:p>
            <a:pPr algn="ctr"/>
            <a:r>
              <a:rPr sz="2692" b="0">
                <a:solidFill>
                  <a:srgbClr val="FFF1D6"/>
                </a:solidFill>
                <a:latin typeface="Microsoft YaHei"/>
                <a:ea typeface="微软雅黑"/>
              </a:rPr>
              <a:t>中核凯利</a:t>
            </a:r>
          </a:p>
        </p:txBody>
      </p:sp>
      <p:sp>
        <p:nvSpPr>
          <p:cNvPr id="50" name="热区7">
            <a:hlinkClick action="ppaction://hlinksldjump" r:id="rId15"/>
          </p:cNvPr>
          <p:cNvSpPr/>
          <p:nvPr/>
        </p:nvSpPr>
        <p:spPr>
          <a:xfrm>
            <a:off x="5940000" y="12114000"/>
            <a:ext cx="5220000" cy="5256000"/>
          </a:xfrm>
          <a:prstGeom prst="rect">
            <a:avLst/>
          </a:prstGeom>
          <a:solidFill>
            <a:srgbClr val="000000">
              <a:alpha val="0"/>
            </a:srgbClr>
          </a:solidFill>
          <a:ln>
            <a:noFill/>
          </a:ln>
        </p:spPr>
        <p:txBody>
          <a:bodyPr rtlCol="0" anchor="ctr"/>
          <a:lstStyle/>
          <a:p>
            <a:pPr algn="ctr"/>
          </a:p>
        </p:txBody>
      </p:sp>
      <p:sp>
        <p:nvSpPr>
          <p:cNvPr id="51" name="卡框8"/>
          <p:cNvSpPr/>
          <p:nvPr/>
        </p:nvSpPr>
        <p:spPr>
          <a:xfrm>
            <a:off x="12600000" y="12114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52" name="衬纸8"/>
          <p:cNvSpPr/>
          <p:nvPr/>
        </p:nvSpPr>
        <p:spPr>
          <a:xfrm>
            <a:off x="12690000" y="12204000"/>
            <a:ext cx="5040000" cy="3816000"/>
          </a:xfrm>
          <a:prstGeom prst="rect">
            <a:avLst/>
          </a:prstGeom>
          <a:solidFill>
            <a:srgbClr val="FFFAF0"/>
          </a:solidFill>
          <a:ln>
            <a:noFill/>
          </a:ln>
        </p:spPr>
        <p:txBody>
          <a:bodyPr rtlCol="0" anchor="ctr"/>
          <a:lstStyle/>
          <a:p>
            <a:pPr algn="ctr"/>
          </a:p>
        </p:txBody>
      </p:sp>
      <p:pic>
        <p:nvPicPr>
          <p:cNvPr id="53" name="!!p8" descr="image.jpg"/>
          <p:cNvPicPr>
            <a:picLocks noChangeAspect="1"/>
          </p:cNvPicPr>
          <p:nvPr/>
        </p:nvPicPr>
        <p:blipFill>
          <a:blip r:embed="rId16"/>
          <a:srcRect t="12536" b="29251"/>
          <a:stretch>
            <a:fillRect/>
          </a:stretch>
        </p:blipFill>
        <p:spPr>
          <a:xfrm>
            <a:off x="12780000" y="12294000"/>
            <a:ext cx="4860000" cy="3636000"/>
          </a:xfrm>
          <a:prstGeom prst="rect">
            <a:avLst/>
          </a:prstGeom>
        </p:spPr>
      </p:pic>
      <p:sp>
        <p:nvSpPr>
          <p:cNvPr id="54" name="名牌底8"/>
          <p:cNvSpPr/>
          <p:nvPr/>
        </p:nvSpPr>
        <p:spPr>
          <a:xfrm>
            <a:off x="12690000" y="16020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55" name="名牌金线8"/>
          <p:cNvSpPr/>
          <p:nvPr/>
        </p:nvSpPr>
        <p:spPr>
          <a:xfrm>
            <a:off x="12690000" y="16020000"/>
            <a:ext cx="5040000" cy="54000"/>
          </a:xfrm>
          <a:prstGeom prst="rect">
            <a:avLst/>
          </a:prstGeom>
          <a:solidFill>
            <a:srgbClr val="FFDC8C"/>
          </a:solidFill>
          <a:ln>
            <a:noFill/>
          </a:ln>
        </p:spPr>
        <p:txBody>
          <a:bodyPr rtlCol="0" anchor="ctr"/>
          <a:lstStyle/>
          <a:p>
            <a:pPr algn="ctr"/>
          </a:p>
        </p:txBody>
      </p:sp>
      <p:sp>
        <p:nvSpPr>
          <p:cNvPr id="56" name="名牌8"/>
          <p:cNvSpPr txBox="1"/>
          <p:nvPr/>
        </p:nvSpPr>
        <p:spPr>
          <a:xfrm>
            <a:off x="12690000" y="16074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何韶然</a:t>
            </a:r>
          </a:p>
          <a:p>
            <a:pPr algn="ctr"/>
            <a:r>
              <a:rPr sz="2692" b="0">
                <a:solidFill>
                  <a:srgbClr val="FFF1D6"/>
                </a:solidFill>
                <a:latin typeface="Microsoft YaHei"/>
                <a:ea typeface="微软雅黑"/>
              </a:rPr>
              <a:t>运行二处</a:t>
            </a:r>
          </a:p>
        </p:txBody>
      </p:sp>
      <p:sp>
        <p:nvSpPr>
          <p:cNvPr id="57" name="热区8">
            <a:hlinkClick action="ppaction://hlinksldjump" r:id="rId17"/>
          </p:cNvPr>
          <p:cNvSpPr/>
          <p:nvPr/>
        </p:nvSpPr>
        <p:spPr>
          <a:xfrm>
            <a:off x="12600000" y="12114000"/>
            <a:ext cx="5220000" cy="5256000"/>
          </a:xfrm>
          <a:prstGeom prst="rect">
            <a:avLst/>
          </a:prstGeom>
          <a:solidFill>
            <a:srgbClr val="000000">
              <a:alpha val="0"/>
            </a:srgbClr>
          </a:solidFill>
          <a:ln>
            <a:noFill/>
          </a:ln>
        </p:spPr>
        <p:txBody>
          <a:bodyPr rtlCol="0" anchor="ctr"/>
          <a:lstStyle/>
          <a:p>
            <a:pPr algn="ctr"/>
          </a:p>
        </p:txBody>
      </p:sp>
      <p:sp>
        <p:nvSpPr>
          <p:cNvPr id="58" name="卡框9"/>
          <p:cNvSpPr/>
          <p:nvPr/>
        </p:nvSpPr>
        <p:spPr>
          <a:xfrm>
            <a:off x="19260000" y="12114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59" name="衬纸9"/>
          <p:cNvSpPr/>
          <p:nvPr/>
        </p:nvSpPr>
        <p:spPr>
          <a:xfrm>
            <a:off x="19350000" y="12204000"/>
            <a:ext cx="5040000" cy="3816000"/>
          </a:xfrm>
          <a:prstGeom prst="rect">
            <a:avLst/>
          </a:prstGeom>
          <a:solidFill>
            <a:srgbClr val="FFFAF0"/>
          </a:solidFill>
          <a:ln>
            <a:noFill/>
          </a:ln>
        </p:spPr>
        <p:txBody>
          <a:bodyPr rtlCol="0" anchor="ctr"/>
          <a:lstStyle/>
          <a:p>
            <a:pPr algn="ctr"/>
          </a:p>
        </p:txBody>
      </p:sp>
      <p:pic>
        <p:nvPicPr>
          <p:cNvPr id="60" name="!!p9" descr="image.jpg"/>
          <p:cNvPicPr>
            <a:picLocks noChangeAspect="1"/>
          </p:cNvPicPr>
          <p:nvPr/>
        </p:nvPicPr>
        <p:blipFill>
          <a:blip r:embed="rId18"/>
          <a:srcRect/>
          <a:stretch>
            <a:fillRect/>
          </a:stretch>
        </p:blipFill>
        <p:spPr>
          <a:xfrm>
            <a:off x="19440000" y="12294000"/>
            <a:ext cx="4860000" cy="3636000"/>
          </a:xfrm>
          <a:prstGeom prst="rect">
            <a:avLst/>
          </a:prstGeom>
        </p:spPr>
      </p:pic>
      <p:sp>
        <p:nvSpPr>
          <p:cNvPr id="61" name="名牌底9"/>
          <p:cNvSpPr/>
          <p:nvPr/>
        </p:nvSpPr>
        <p:spPr>
          <a:xfrm>
            <a:off x="19350000" y="16020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62" name="名牌金线9"/>
          <p:cNvSpPr/>
          <p:nvPr/>
        </p:nvSpPr>
        <p:spPr>
          <a:xfrm>
            <a:off x="19350000" y="16020000"/>
            <a:ext cx="5040000" cy="54000"/>
          </a:xfrm>
          <a:prstGeom prst="rect">
            <a:avLst/>
          </a:prstGeom>
          <a:solidFill>
            <a:srgbClr val="FFDC8C"/>
          </a:solidFill>
          <a:ln>
            <a:noFill/>
          </a:ln>
        </p:spPr>
        <p:txBody>
          <a:bodyPr rtlCol="0" anchor="ctr"/>
          <a:lstStyle/>
          <a:p>
            <a:pPr algn="ctr"/>
          </a:p>
        </p:txBody>
      </p:sp>
      <p:sp>
        <p:nvSpPr>
          <p:cNvPr id="63" name="名牌9"/>
          <p:cNvSpPr txBox="1"/>
          <p:nvPr/>
        </p:nvSpPr>
        <p:spPr>
          <a:xfrm>
            <a:off x="19350000" y="16074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人员09</a:t>
            </a:r>
          </a:p>
          <a:p>
            <a:pPr algn="ctr"/>
            <a:r>
              <a:rPr sz="2692" b="0">
                <a:solidFill>
                  <a:srgbClr val="FFF1D6"/>
                </a:solidFill>
                <a:latin typeface="Microsoft YaHei"/>
                <a:ea typeface="微软雅黑"/>
              </a:rPr>
              <a:t>单位待补充</a:t>
            </a:r>
          </a:p>
        </p:txBody>
      </p:sp>
      <p:sp>
        <p:nvSpPr>
          <p:cNvPr id="64" name="热区9">
            <a:hlinkClick action="ppaction://hlinksldjump" r:id="rId19"/>
          </p:cNvPr>
          <p:cNvSpPr/>
          <p:nvPr/>
        </p:nvSpPr>
        <p:spPr>
          <a:xfrm>
            <a:off x="19260000" y="12114000"/>
            <a:ext cx="5220000" cy="5256000"/>
          </a:xfrm>
          <a:prstGeom prst="rect">
            <a:avLst/>
          </a:prstGeom>
          <a:solidFill>
            <a:srgbClr val="000000">
              <a:alpha val="0"/>
            </a:srgbClr>
          </a:solidFill>
          <a:ln>
            <a:noFill/>
          </a:ln>
        </p:spPr>
        <p:txBody>
          <a:bodyPr rtlCol="0" anchor="ctr"/>
          <a:lstStyle/>
          <a:p>
            <a:pPr algn="ctr"/>
          </a:p>
        </p:txBody>
      </p:sp>
      <p:sp>
        <p:nvSpPr>
          <p:cNvPr id="65" name="卡框10"/>
          <p:cNvSpPr/>
          <p:nvPr/>
        </p:nvSpPr>
        <p:spPr>
          <a:xfrm>
            <a:off x="25920000" y="12114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66" name="衬纸10"/>
          <p:cNvSpPr/>
          <p:nvPr/>
        </p:nvSpPr>
        <p:spPr>
          <a:xfrm>
            <a:off x="26010000" y="12204000"/>
            <a:ext cx="5040000" cy="3816000"/>
          </a:xfrm>
          <a:prstGeom prst="rect">
            <a:avLst/>
          </a:prstGeom>
          <a:solidFill>
            <a:srgbClr val="FFFAF0"/>
          </a:solidFill>
          <a:ln>
            <a:noFill/>
          </a:ln>
        </p:spPr>
        <p:txBody>
          <a:bodyPr rtlCol="0" anchor="ctr"/>
          <a:lstStyle/>
          <a:p>
            <a:pPr algn="ctr"/>
          </a:p>
        </p:txBody>
      </p:sp>
      <p:pic>
        <p:nvPicPr>
          <p:cNvPr id="67" name="!!p10" descr="image.jpg"/>
          <p:cNvPicPr>
            <a:picLocks noChangeAspect="1"/>
          </p:cNvPicPr>
          <p:nvPr/>
        </p:nvPicPr>
        <p:blipFill>
          <a:blip r:embed="rId18"/>
          <a:srcRect/>
          <a:stretch>
            <a:fillRect/>
          </a:stretch>
        </p:blipFill>
        <p:spPr>
          <a:xfrm>
            <a:off x="26100000" y="12294000"/>
            <a:ext cx="4860000" cy="3636000"/>
          </a:xfrm>
          <a:prstGeom prst="rect">
            <a:avLst/>
          </a:prstGeom>
        </p:spPr>
      </p:pic>
      <p:sp>
        <p:nvSpPr>
          <p:cNvPr id="68" name="名牌底10"/>
          <p:cNvSpPr/>
          <p:nvPr/>
        </p:nvSpPr>
        <p:spPr>
          <a:xfrm>
            <a:off x="26010000" y="16020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69" name="名牌金线10"/>
          <p:cNvSpPr/>
          <p:nvPr/>
        </p:nvSpPr>
        <p:spPr>
          <a:xfrm>
            <a:off x="26010000" y="16020000"/>
            <a:ext cx="5040000" cy="54000"/>
          </a:xfrm>
          <a:prstGeom prst="rect">
            <a:avLst/>
          </a:prstGeom>
          <a:solidFill>
            <a:srgbClr val="FFDC8C"/>
          </a:solidFill>
          <a:ln>
            <a:noFill/>
          </a:ln>
        </p:spPr>
        <p:txBody>
          <a:bodyPr rtlCol="0" anchor="ctr"/>
          <a:lstStyle/>
          <a:p>
            <a:pPr algn="ctr"/>
          </a:p>
        </p:txBody>
      </p:sp>
      <p:sp>
        <p:nvSpPr>
          <p:cNvPr id="70" name="名牌10"/>
          <p:cNvSpPr txBox="1"/>
          <p:nvPr/>
        </p:nvSpPr>
        <p:spPr>
          <a:xfrm>
            <a:off x="26010000" y="16074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人员10</a:t>
            </a:r>
          </a:p>
          <a:p>
            <a:pPr algn="ctr"/>
            <a:r>
              <a:rPr sz="2692" b="0">
                <a:solidFill>
                  <a:srgbClr val="FFF1D6"/>
                </a:solidFill>
                <a:latin typeface="Microsoft YaHei"/>
                <a:ea typeface="微软雅黑"/>
              </a:rPr>
              <a:t>单位待补充</a:t>
            </a:r>
          </a:p>
        </p:txBody>
      </p:sp>
      <p:sp>
        <p:nvSpPr>
          <p:cNvPr id="71" name="热区10">
            <a:hlinkClick action="ppaction://hlinksldjump" r:id="rId20"/>
          </p:cNvPr>
          <p:cNvSpPr/>
          <p:nvPr/>
        </p:nvSpPr>
        <p:spPr>
          <a:xfrm>
            <a:off x="25920000" y="12114000"/>
            <a:ext cx="5220000" cy="5256000"/>
          </a:xfrm>
          <a:prstGeom prst="rect">
            <a:avLst/>
          </a:prstGeom>
          <a:solidFill>
            <a:srgbClr val="000000">
              <a:alpha val="0"/>
            </a:srgbClr>
          </a:solidFill>
          <a:ln>
            <a:noFill/>
          </a:ln>
        </p:spPr>
        <p:txBody>
          <a:bodyPr rtlCol="0" anchor="ctr"/>
          <a:lstStyle/>
          <a:p>
            <a:pPr algn="ctr"/>
          </a:p>
        </p:txBody>
      </p:sp>
      <p:sp>
        <p:nvSpPr>
          <p:cNvPr id="72" name="卡框11"/>
          <p:cNvSpPr/>
          <p:nvPr/>
        </p:nvSpPr>
        <p:spPr>
          <a:xfrm>
            <a:off x="32580000" y="12114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73" name="衬纸11"/>
          <p:cNvSpPr/>
          <p:nvPr/>
        </p:nvSpPr>
        <p:spPr>
          <a:xfrm>
            <a:off x="32670000" y="12204000"/>
            <a:ext cx="5040000" cy="3816000"/>
          </a:xfrm>
          <a:prstGeom prst="rect">
            <a:avLst/>
          </a:prstGeom>
          <a:solidFill>
            <a:srgbClr val="FFFAF0"/>
          </a:solidFill>
          <a:ln>
            <a:noFill/>
          </a:ln>
        </p:spPr>
        <p:txBody>
          <a:bodyPr rtlCol="0" anchor="ctr"/>
          <a:lstStyle/>
          <a:p>
            <a:pPr algn="ctr"/>
          </a:p>
        </p:txBody>
      </p:sp>
      <p:pic>
        <p:nvPicPr>
          <p:cNvPr id="74" name="!!p11" descr="image.jpg"/>
          <p:cNvPicPr>
            <a:picLocks noChangeAspect="1"/>
          </p:cNvPicPr>
          <p:nvPr/>
        </p:nvPicPr>
        <p:blipFill>
          <a:blip r:embed="rId18"/>
          <a:srcRect/>
          <a:stretch>
            <a:fillRect/>
          </a:stretch>
        </p:blipFill>
        <p:spPr>
          <a:xfrm>
            <a:off x="32760000" y="12294000"/>
            <a:ext cx="4860000" cy="3636000"/>
          </a:xfrm>
          <a:prstGeom prst="rect">
            <a:avLst/>
          </a:prstGeom>
        </p:spPr>
      </p:pic>
      <p:sp>
        <p:nvSpPr>
          <p:cNvPr id="75" name="名牌底11"/>
          <p:cNvSpPr/>
          <p:nvPr/>
        </p:nvSpPr>
        <p:spPr>
          <a:xfrm>
            <a:off x="32670000" y="16020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76" name="名牌金线11"/>
          <p:cNvSpPr/>
          <p:nvPr/>
        </p:nvSpPr>
        <p:spPr>
          <a:xfrm>
            <a:off x="32670000" y="16020000"/>
            <a:ext cx="5040000" cy="54000"/>
          </a:xfrm>
          <a:prstGeom prst="rect">
            <a:avLst/>
          </a:prstGeom>
          <a:solidFill>
            <a:srgbClr val="FFDC8C"/>
          </a:solidFill>
          <a:ln>
            <a:noFill/>
          </a:ln>
        </p:spPr>
        <p:txBody>
          <a:bodyPr rtlCol="0" anchor="ctr"/>
          <a:lstStyle/>
          <a:p>
            <a:pPr algn="ctr"/>
          </a:p>
        </p:txBody>
      </p:sp>
      <p:sp>
        <p:nvSpPr>
          <p:cNvPr id="77" name="名牌11"/>
          <p:cNvSpPr txBox="1"/>
          <p:nvPr/>
        </p:nvSpPr>
        <p:spPr>
          <a:xfrm>
            <a:off x="32670000" y="16074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人员11</a:t>
            </a:r>
          </a:p>
          <a:p>
            <a:pPr algn="ctr"/>
            <a:r>
              <a:rPr sz="2692" b="0">
                <a:solidFill>
                  <a:srgbClr val="FFF1D6"/>
                </a:solidFill>
                <a:latin typeface="Microsoft YaHei"/>
                <a:ea typeface="微软雅黑"/>
              </a:rPr>
              <a:t>单位待补充</a:t>
            </a:r>
          </a:p>
        </p:txBody>
      </p:sp>
      <p:sp>
        <p:nvSpPr>
          <p:cNvPr id="78" name="热区11">
            <a:hlinkClick action="ppaction://hlinksldjump" r:id="rId21"/>
          </p:cNvPr>
          <p:cNvSpPr/>
          <p:nvPr/>
        </p:nvSpPr>
        <p:spPr>
          <a:xfrm>
            <a:off x="32580000" y="12114000"/>
            <a:ext cx="5220000" cy="5256000"/>
          </a:xfrm>
          <a:prstGeom prst="rect">
            <a:avLst/>
          </a:prstGeom>
          <a:solidFill>
            <a:srgbClr val="000000">
              <a:alpha val="0"/>
            </a:srgbClr>
          </a:solidFill>
          <a:ln>
            <a:noFill/>
          </a:ln>
        </p:spPr>
        <p:txBody>
          <a:bodyPr rtlCol="0" anchor="ctr"/>
          <a:lstStyle/>
          <a:p>
            <a:pPr algn="ctr"/>
          </a:p>
        </p:txBody>
      </p:sp>
      <p:sp>
        <p:nvSpPr>
          <p:cNvPr id="79" name="卡框12"/>
          <p:cNvSpPr/>
          <p:nvPr/>
        </p:nvSpPr>
        <p:spPr>
          <a:xfrm>
            <a:off x="39240000" y="12114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80" name="衬纸12"/>
          <p:cNvSpPr/>
          <p:nvPr/>
        </p:nvSpPr>
        <p:spPr>
          <a:xfrm>
            <a:off x="39330000" y="12204000"/>
            <a:ext cx="5040000" cy="3816000"/>
          </a:xfrm>
          <a:prstGeom prst="rect">
            <a:avLst/>
          </a:prstGeom>
          <a:solidFill>
            <a:srgbClr val="FFFAF0"/>
          </a:solidFill>
          <a:ln>
            <a:noFill/>
          </a:ln>
        </p:spPr>
        <p:txBody>
          <a:bodyPr rtlCol="0" anchor="ctr"/>
          <a:lstStyle/>
          <a:p>
            <a:pPr algn="ctr"/>
          </a:p>
        </p:txBody>
      </p:sp>
      <p:pic>
        <p:nvPicPr>
          <p:cNvPr id="81" name="!!p12" descr="image.jpg"/>
          <p:cNvPicPr>
            <a:picLocks noChangeAspect="1"/>
          </p:cNvPicPr>
          <p:nvPr/>
        </p:nvPicPr>
        <p:blipFill>
          <a:blip r:embed="rId18"/>
          <a:srcRect/>
          <a:stretch>
            <a:fillRect/>
          </a:stretch>
        </p:blipFill>
        <p:spPr>
          <a:xfrm>
            <a:off x="39420000" y="12294000"/>
            <a:ext cx="4860000" cy="3636000"/>
          </a:xfrm>
          <a:prstGeom prst="rect">
            <a:avLst/>
          </a:prstGeom>
        </p:spPr>
      </p:pic>
      <p:sp>
        <p:nvSpPr>
          <p:cNvPr id="82" name="名牌底12"/>
          <p:cNvSpPr/>
          <p:nvPr/>
        </p:nvSpPr>
        <p:spPr>
          <a:xfrm>
            <a:off x="39330000" y="16020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83" name="名牌金线12"/>
          <p:cNvSpPr/>
          <p:nvPr/>
        </p:nvSpPr>
        <p:spPr>
          <a:xfrm>
            <a:off x="39330000" y="16020000"/>
            <a:ext cx="5040000" cy="54000"/>
          </a:xfrm>
          <a:prstGeom prst="rect">
            <a:avLst/>
          </a:prstGeom>
          <a:solidFill>
            <a:srgbClr val="FFDC8C"/>
          </a:solidFill>
          <a:ln>
            <a:noFill/>
          </a:ln>
        </p:spPr>
        <p:txBody>
          <a:bodyPr rtlCol="0" anchor="ctr"/>
          <a:lstStyle/>
          <a:p>
            <a:pPr algn="ctr"/>
          </a:p>
        </p:txBody>
      </p:sp>
      <p:sp>
        <p:nvSpPr>
          <p:cNvPr id="84" name="名牌12"/>
          <p:cNvSpPr txBox="1"/>
          <p:nvPr/>
        </p:nvSpPr>
        <p:spPr>
          <a:xfrm>
            <a:off x="39330000" y="16074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人员12</a:t>
            </a:r>
          </a:p>
          <a:p>
            <a:pPr algn="ctr"/>
            <a:r>
              <a:rPr sz="2692" b="0">
                <a:solidFill>
                  <a:srgbClr val="FFF1D6"/>
                </a:solidFill>
                <a:latin typeface="Microsoft YaHei"/>
                <a:ea typeface="微软雅黑"/>
              </a:rPr>
              <a:t>单位待补充</a:t>
            </a:r>
          </a:p>
        </p:txBody>
      </p:sp>
      <p:sp>
        <p:nvSpPr>
          <p:cNvPr id="85" name="热区12">
            <a:hlinkClick action="ppaction://hlinksldjump" r:id="rId22"/>
          </p:cNvPr>
          <p:cNvSpPr/>
          <p:nvPr/>
        </p:nvSpPr>
        <p:spPr>
          <a:xfrm>
            <a:off x="39240000" y="12114000"/>
            <a:ext cx="5220000" cy="5256000"/>
          </a:xfrm>
          <a:prstGeom prst="rect">
            <a:avLst/>
          </a:prstGeom>
          <a:solidFill>
            <a:srgbClr val="000000">
              <a:alpha val="0"/>
            </a:srgbClr>
          </a:solidFill>
          <a:ln>
            <a:noFill/>
          </a:ln>
        </p:spPr>
        <p:txBody>
          <a:bodyPr rtlCol="0" anchor="ctr"/>
          <a:lstStyle/>
          <a:p>
            <a:pPr algn="ctr"/>
          </a:p>
        </p:txBody>
      </p:sp>
      <p:sp>
        <p:nvSpPr>
          <p:cNvPr id="86" name="下一页底"/>
          <p:cNvSpPr/>
          <p:nvPr/>
        </p:nvSpPr>
        <p:spPr>
          <a:xfrm>
            <a:off x="46260000" y="16830000"/>
            <a:ext cx="3420000" cy="900000"/>
          </a:xfrm>
          <a:prstGeom prst="roundRect">
            <a:avLst>
              <a:gd name="adj" fmla="val 50000"/>
            </a:avLst>
          </a:prstGeom>
          <a:solidFill>
            <a:srgbClr val="3A0306">
              <a:alpha val="55000"/>
            </a:srgbClr>
          </a:solidFill>
          <a:ln w="36000">
            <a:solidFill>
              <a:srgbClr val="FFD27A"/>
            </a:solidFill>
          </a:ln>
        </p:spPr>
        <p:txBody>
          <a:bodyPr rtlCol="0" anchor="ctr"/>
          <a:lstStyle/>
          <a:p>
            <a:pPr algn="ctr"/>
          </a:p>
        </p:txBody>
      </p:sp>
      <p:sp>
        <p:nvSpPr>
          <p:cNvPr id="87" name="下一页字"/>
          <p:cNvSpPr txBox="1"/>
          <p:nvPr/>
        </p:nvSpPr>
        <p:spPr>
          <a:xfrm>
            <a:off x="46260000" y="16830000"/>
            <a:ext cx="3420000" cy="900000"/>
          </a:xfrm>
          <a:prstGeom prst="rect">
            <a:avLst/>
          </a:prstGeom>
          <a:noFill/>
        </p:spPr>
        <p:txBody>
          <a:bodyPr wrap="square" lIns="0" rIns="0" tIns="0" bIns="0" anchor="ctr">
            <a:noAutofit/>
          </a:bodyPr>
          <a:lstStyle/>
          <a:p>
            <a:pPr algn="ctr"/>
            <a:r>
              <a:rPr sz="3685" b="0" spc="368">
                <a:solidFill>
                  <a:srgbClr val="FFD27A"/>
                </a:solidFill>
                <a:latin typeface="Microsoft YaHei"/>
                <a:ea typeface="微软雅黑"/>
              </a:rPr>
              <a:t>下一页 ›</a:t>
            </a:r>
          </a:p>
        </p:txBody>
      </p:sp>
      <p:sp>
        <p:nvSpPr>
          <p:cNvPr id="88" name="下一页">
            <a:hlinkClick action="ppaction://hlinksldjump" r:id="rId23"/>
          </p:cNvPr>
          <p:cNvSpPr/>
          <p:nvPr/>
        </p:nvSpPr>
        <p:spPr>
          <a:xfrm>
            <a:off x="46260000" y="16830000"/>
            <a:ext cx="3420000" cy="9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1"/>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刘明利</a:t>
            </a:r>
          </a:p>
        </p:txBody>
      </p:sp>
      <p:sp>
        <p:nvSpPr>
          <p:cNvPr id="29" name="分隔左1"/>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1"/>
          <p:cNvSpPr/>
          <p:nvPr/>
        </p:nvSpPr>
        <p:spPr>
          <a:xfrm>
            <a:off x="6253005" y="9633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
          <p:cNvSpPr txBox="1"/>
          <p:nvPr/>
        </p:nvSpPr>
        <p:spPr>
          <a:xfrm>
            <a:off x="6253005" y="9633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技术支持处</a:t>
            </a:r>
          </a:p>
        </p:txBody>
      </p:sp>
      <p:sp>
        <p:nvSpPr>
          <p:cNvPr id="34" name="事迹1"/>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“精准研判1号机主给水泵B电机振动隐患”</a:t>
            </a:r>
          </a:p>
        </p:txBody>
      </p:sp>
      <p:sp>
        <p:nvSpPr>
          <p:cNvPr id="35" name="标题1"/>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1"/>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1"/>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1"/>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1"/>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1"/>
          <p:cNvSpPr txBox="1"/>
          <p:nvPr/>
        </p:nvSpPr>
        <p:spPr>
          <a:xfrm>
            <a:off x="32580390" y="4824000"/>
            <a:ext cx="15299610" cy="10116000"/>
          </a:xfrm>
          <a:prstGeom prst="rect">
            <a:avLst/>
          </a:prstGeom>
          <a:noFill/>
        </p:spPr>
        <p:txBody>
          <a:bodyPr wrap="square" lIns="0" rIns="0" tIns="0" bIns="0" anchor="ctr">
            <a:noAutofit/>
          </a:bodyPr>
          <a:lstStyle/>
          <a:p>
            <a:pPr algn="just" marL="0" indent="1728000">
              <a:lnSpc>
                <a:spcPts val="11565"/>
              </a:lnSpc>
            </a:pPr>
            <a:r>
              <a:rPr sz="6803" b="0">
                <a:solidFill>
                  <a:srgbClr val="FFF3E2"/>
                </a:solidFill>
                <a:latin typeface="Microsoft YaHei"/>
                <a:ea typeface="微软雅黑"/>
              </a:rPr>
              <a:t>刘明利精准研判1号机主给水泵B电机振动隐患，彰显了刘明利的技术自信、专业担当与对未知的执着探索精神——正是这些，构成了核安全文化的深层底色。刘明利同志用实际行动诠释了“我为核安全文化代言”的深刻内涵。</a:t>
            </a:r>
          </a:p>
        </p:txBody>
      </p:sp>
      <p:sp>
        <p:nvSpPr>
          <p:cNvPr id="41" name="返回1">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2"/>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张岩</a:t>
            </a:r>
          </a:p>
        </p:txBody>
      </p:sp>
      <p:sp>
        <p:nvSpPr>
          <p:cNvPr id="29" name="分隔左2"/>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2"/>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运行一处</a:t>
            </a:r>
          </a:p>
        </p:txBody>
      </p:sp>
      <p:sp>
        <p:nvSpPr>
          <p:cNvPr id="34" name="事迹2"/>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“发现并及时上报2号机CPS取样架标识与实际取样点不一致”</a:t>
            </a:r>
          </a:p>
        </p:txBody>
      </p:sp>
      <p:sp>
        <p:nvSpPr>
          <p:cNvPr id="35" name="标题2"/>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2"/>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2"/>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2"/>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2"/>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2"/>
          <p:cNvSpPr txBox="1"/>
          <p:nvPr/>
        </p:nvSpPr>
        <p:spPr>
          <a:xfrm>
            <a:off x="32580390" y="4824000"/>
            <a:ext cx="15299610" cy="10116000"/>
          </a:xfrm>
          <a:prstGeom prst="rect">
            <a:avLst/>
          </a:prstGeom>
          <a:noFill/>
        </p:spPr>
        <p:txBody>
          <a:bodyPr wrap="square" lIns="0" rIns="0" tIns="0" bIns="0" anchor="ctr">
            <a:noAutofit/>
          </a:bodyPr>
          <a:lstStyle/>
          <a:p>
            <a:pPr algn="just" marL="0" indent="1512000">
              <a:lnSpc>
                <a:spcPts val="10119"/>
              </a:lnSpc>
            </a:pPr>
            <a:r>
              <a:rPr sz="5952" b="0">
                <a:solidFill>
                  <a:srgbClr val="FFF3E2"/>
                </a:solidFill>
                <a:latin typeface="Microsoft YaHei"/>
                <a:ea typeface="微软雅黑"/>
              </a:rPr>
              <a:t>张岩发现并及时上报2号机CPS取样架标识与实际取样点不一致。张岩同志在隔离操作中，遇疑则停，并充分发挥主观能动性，对该系统有关取样管排逐根细致排查，确定CPS取样架区域存在系统性标牌错误，并及时上报，体现了严慎细实的工作作风，用实际行动履行了运行人员对核安全的庄重承诺。</a:t>
            </a:r>
          </a:p>
        </p:txBody>
      </p:sp>
      <p:sp>
        <p:nvSpPr>
          <p:cNvPr id="41" name="返回2">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3"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3"/>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3"/>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3"/>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3"/>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杨帆</a:t>
            </a:r>
          </a:p>
        </p:txBody>
      </p:sp>
      <p:sp>
        <p:nvSpPr>
          <p:cNvPr id="29" name="分隔左3"/>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3"/>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3"/>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3"/>
          <p:cNvSpPr/>
          <p:nvPr/>
        </p:nvSpPr>
        <p:spPr>
          <a:xfrm>
            <a:off x="6253005" y="9633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3"/>
          <p:cNvSpPr txBox="1"/>
          <p:nvPr/>
        </p:nvSpPr>
        <p:spPr>
          <a:xfrm>
            <a:off x="6253005" y="9633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化学环保处</a:t>
            </a:r>
          </a:p>
        </p:txBody>
      </p:sp>
      <p:sp>
        <p:nvSpPr>
          <p:cNvPr id="34" name="事迹3"/>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“紧盯外委监测质量，严守监测数据安全防线”</a:t>
            </a:r>
          </a:p>
        </p:txBody>
      </p:sp>
      <p:sp>
        <p:nvSpPr>
          <p:cNvPr id="35" name="标题3"/>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3"/>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3"/>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3"/>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3"/>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3"/>
          <p:cNvSpPr txBox="1"/>
          <p:nvPr/>
        </p:nvSpPr>
        <p:spPr>
          <a:xfrm>
            <a:off x="32580390" y="4824000"/>
            <a:ext cx="15299610" cy="10116000"/>
          </a:xfrm>
          <a:prstGeom prst="rect">
            <a:avLst/>
          </a:prstGeom>
          <a:noFill/>
        </p:spPr>
        <p:txBody>
          <a:bodyPr wrap="square" lIns="0" rIns="0" tIns="0" bIns="0" anchor="ctr">
            <a:noAutofit/>
          </a:bodyPr>
          <a:lstStyle/>
          <a:p>
            <a:pPr algn="just" marL="0" indent="1728000">
              <a:lnSpc>
                <a:spcPts val="11565"/>
              </a:lnSpc>
            </a:pPr>
            <a:r>
              <a:rPr sz="6803" b="0">
                <a:solidFill>
                  <a:srgbClr val="FFF3E2"/>
                </a:solidFill>
                <a:latin typeface="Microsoft YaHei"/>
                <a:ea typeface="微软雅黑"/>
              </a:rPr>
              <a:t>杨帆紧盯外委监测质量，严守监测数据安全防线。工作中，该同志始终秉持“严、慎、细、实”的优良作风，防患未然、精益求精，以高度的责任担当持续推动核安全文化走深走实，为核与辐射环境安全稳定保驾护航。</a:t>
            </a:r>
          </a:p>
        </p:txBody>
      </p:sp>
      <p:sp>
        <p:nvSpPr>
          <p:cNvPr id="41" name="返回3">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4"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4"/>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4"/>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4"/>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4"/>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庞立成</a:t>
            </a:r>
          </a:p>
        </p:txBody>
      </p:sp>
      <p:sp>
        <p:nvSpPr>
          <p:cNvPr id="29" name="分隔左4"/>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4"/>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4"/>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4"/>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4"/>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运行二处</a:t>
            </a:r>
          </a:p>
        </p:txBody>
      </p:sp>
      <p:sp>
        <p:nvSpPr>
          <p:cNvPr id="34" name="事迹4"/>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“及时发现并处置CCS B泵异常情况，成功避免设备损坏风险”</a:t>
            </a:r>
          </a:p>
        </p:txBody>
      </p:sp>
      <p:sp>
        <p:nvSpPr>
          <p:cNvPr id="35" name="标题4"/>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4"/>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4"/>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4"/>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4"/>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4"/>
          <p:cNvSpPr txBox="1"/>
          <p:nvPr/>
        </p:nvSpPr>
        <p:spPr>
          <a:xfrm>
            <a:off x="32580390" y="4824000"/>
            <a:ext cx="15299610" cy="10116000"/>
          </a:xfrm>
          <a:prstGeom prst="rect">
            <a:avLst/>
          </a:prstGeom>
          <a:noFill/>
        </p:spPr>
        <p:txBody>
          <a:bodyPr wrap="square" lIns="0" rIns="0" tIns="0" bIns="0" anchor="ctr">
            <a:noAutofit/>
          </a:bodyPr>
          <a:lstStyle/>
          <a:p>
            <a:pPr algn="just" marL="0" indent="1656000">
              <a:lnSpc>
                <a:spcPts val="11083"/>
              </a:lnSpc>
            </a:pPr>
            <a:r>
              <a:rPr sz="6519" b="0">
                <a:solidFill>
                  <a:srgbClr val="FFF3E2"/>
                </a:solidFill>
                <a:latin typeface="Microsoft YaHei"/>
                <a:ea typeface="微软雅黑"/>
              </a:rPr>
              <a:t>运行二处3号机五值庞立成及时发现并处置CCS B泵异常情况，成功避免设备损坏风险。庞立成不轻易放过任何隐患，尽职履责，对设备参数保持敏感，发现异常后第一时间响应，处置果断，行动高效，避免设备损坏和事件升级，用实际行动履行了对核安全的承诺。</a:t>
            </a:r>
          </a:p>
        </p:txBody>
      </p:sp>
      <p:sp>
        <p:nvSpPr>
          <p:cNvPr id="41" name="返回4">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5"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5"/>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5"/>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5"/>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5"/>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于海青</a:t>
            </a:r>
          </a:p>
        </p:txBody>
      </p:sp>
      <p:sp>
        <p:nvSpPr>
          <p:cNvPr id="29" name="分隔左5"/>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5"/>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5"/>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5"/>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5"/>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上海申亿</a:t>
            </a:r>
          </a:p>
        </p:txBody>
      </p:sp>
      <p:sp>
        <p:nvSpPr>
          <p:cNvPr id="34" name="事迹5"/>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“发现低压氢气站门口静电消除器故障，暂停脚手架搭设”</a:t>
            </a:r>
          </a:p>
        </p:txBody>
      </p:sp>
      <p:sp>
        <p:nvSpPr>
          <p:cNvPr id="35" name="标题5"/>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5"/>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5"/>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5"/>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5"/>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5"/>
          <p:cNvSpPr txBox="1"/>
          <p:nvPr/>
        </p:nvSpPr>
        <p:spPr>
          <a:xfrm>
            <a:off x="32580390" y="4824000"/>
            <a:ext cx="15299610" cy="10116000"/>
          </a:xfrm>
          <a:prstGeom prst="rect">
            <a:avLst/>
          </a:prstGeom>
          <a:noFill/>
        </p:spPr>
        <p:txBody>
          <a:bodyPr wrap="square" lIns="0" rIns="0" tIns="0" bIns="0" anchor="ctr">
            <a:noAutofit/>
          </a:bodyPr>
          <a:lstStyle/>
          <a:p>
            <a:pPr algn="just" marL="0" indent="1296000">
              <a:lnSpc>
                <a:spcPts val="8674"/>
              </a:lnSpc>
            </a:pPr>
            <a:r>
              <a:rPr sz="5102" b="0">
                <a:solidFill>
                  <a:srgbClr val="FFF3E2"/>
                </a:solidFill>
                <a:latin typeface="Microsoft YaHei"/>
                <a:ea typeface="微软雅黑"/>
              </a:rPr>
              <a:t>上海申亿脚手架班组以质疑的工作态度发现低压氢气站门口静电消除器故障，暂停脚手架搭设，避免了潜在作业风险。于海青班组在此次作业准备中，坚持以质疑的工作态度审视每一个安全环节，不放过任何一项不符合条件的因素，有效避免了潜在的作业风险，展现了于海青班组严谨务实的工作作风和时刻将核安全放在首位的责任意识。他们的做法，是健康核安全文化在一线落地的真实写照。</a:t>
            </a:r>
          </a:p>
        </p:txBody>
      </p:sp>
      <p:sp>
        <p:nvSpPr>
          <p:cNvPr id="41" name="返回5">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6"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6"/>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6"/>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6"/>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6"/>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潘绍卓</a:t>
            </a:r>
          </a:p>
        </p:txBody>
      </p:sp>
      <p:sp>
        <p:nvSpPr>
          <p:cNvPr id="29" name="分隔左6"/>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6"/>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6"/>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6"/>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6"/>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运行一处</a:t>
            </a:r>
          </a:p>
        </p:txBody>
      </p:sp>
      <p:sp>
        <p:nvSpPr>
          <p:cNvPr id="34" name="事迹6"/>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“就地发现2号机低压缸轴封汽腔定位螺栓螺母松脱”</a:t>
            </a:r>
          </a:p>
        </p:txBody>
      </p:sp>
      <p:sp>
        <p:nvSpPr>
          <p:cNvPr id="35" name="标题6"/>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6"/>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6"/>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6"/>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6"/>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6"/>
          <p:cNvSpPr txBox="1"/>
          <p:nvPr/>
        </p:nvSpPr>
        <p:spPr>
          <a:xfrm>
            <a:off x="32580390" y="4824000"/>
            <a:ext cx="15299610" cy="10116000"/>
          </a:xfrm>
          <a:prstGeom prst="rect">
            <a:avLst/>
          </a:prstGeom>
          <a:noFill/>
        </p:spPr>
        <p:txBody>
          <a:bodyPr wrap="square" lIns="0" rIns="0" tIns="0" bIns="0" anchor="ctr">
            <a:noAutofit/>
          </a:bodyPr>
          <a:lstStyle/>
          <a:p>
            <a:pPr algn="just" marL="0" indent="1584000">
              <a:lnSpc>
                <a:spcPts val="10601"/>
              </a:lnSpc>
            </a:pPr>
            <a:r>
              <a:rPr sz="6236" b="0">
                <a:solidFill>
                  <a:srgbClr val="FFF3E2"/>
                </a:solidFill>
                <a:latin typeface="Microsoft YaHei"/>
                <a:ea typeface="微软雅黑"/>
              </a:rPr>
              <a:t>运行一处2号机五值潘绍卓就地发现2号机低压缸轴封汽腔定位螺栓螺母松脱。潘绍卓发现现场重要设备安全稳定运行的安全隐患，及时跟踪处理，避免小缺陷演变成为重大的设备损坏事件，凭借扎实的现场工作经验与主人翁的责任担当，用心坚守机组安全运行最后的防线。</a:t>
            </a:r>
          </a:p>
        </p:txBody>
      </p:sp>
      <p:sp>
        <p:nvSpPr>
          <p:cNvPr id="41" name="返回6">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7"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7"/>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7"/>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7"/>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7"/>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成鹏飞</a:t>
            </a:r>
          </a:p>
        </p:txBody>
      </p:sp>
      <p:sp>
        <p:nvSpPr>
          <p:cNvPr id="29" name="分隔左7"/>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7"/>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7"/>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7"/>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7"/>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中核凯利</a:t>
            </a:r>
          </a:p>
        </p:txBody>
      </p:sp>
      <p:sp>
        <p:nvSpPr>
          <p:cNvPr id="34" name="事迹7"/>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“及时识别放射性废物包装剂量率测量错误的安全隐患”</a:t>
            </a:r>
          </a:p>
        </p:txBody>
      </p:sp>
      <p:sp>
        <p:nvSpPr>
          <p:cNvPr id="35" name="标题7"/>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7"/>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7"/>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7"/>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7"/>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7"/>
          <p:cNvSpPr txBox="1"/>
          <p:nvPr/>
        </p:nvSpPr>
        <p:spPr>
          <a:xfrm>
            <a:off x="32580390" y="4824000"/>
            <a:ext cx="15299610" cy="10116000"/>
          </a:xfrm>
          <a:prstGeom prst="rect">
            <a:avLst/>
          </a:prstGeom>
          <a:noFill/>
        </p:spPr>
        <p:txBody>
          <a:bodyPr wrap="square" lIns="0" rIns="0" tIns="0" bIns="0" anchor="ctr">
            <a:noAutofit/>
          </a:bodyPr>
          <a:lstStyle/>
          <a:p>
            <a:pPr algn="just" marL="0" indent="1512000">
              <a:lnSpc>
                <a:spcPts val="10119"/>
              </a:lnSpc>
            </a:pPr>
            <a:r>
              <a:rPr sz="5952" b="0">
                <a:solidFill>
                  <a:srgbClr val="FFF3E2"/>
                </a:solidFill>
                <a:latin typeface="Microsoft YaHei"/>
                <a:ea typeface="微软雅黑"/>
              </a:rPr>
              <a:t>成鹏飞及时识别放射性废物包装剂量率测量错误的安全隐患。成鹏飞日常工作中坚持以质疑的工作态度和严慎细实的工作方法对待每项任务，始终将“安全第一、质量第一”的安全理念落到实处。他以高度责任心和专业技能，体现了公司对核安全的高度重视，为全体员工树立了行为标杆。</a:t>
            </a:r>
          </a:p>
        </p:txBody>
      </p:sp>
      <p:sp>
        <p:nvSpPr>
          <p:cNvPr id="41" name="返回7">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8"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8"/>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8"/>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8"/>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8"/>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何韶然</a:t>
            </a:r>
          </a:p>
        </p:txBody>
      </p:sp>
      <p:sp>
        <p:nvSpPr>
          <p:cNvPr id="29" name="分隔左8"/>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8"/>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8"/>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8"/>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8"/>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运行二处</a:t>
            </a:r>
          </a:p>
        </p:txBody>
      </p:sp>
      <p:sp>
        <p:nvSpPr>
          <p:cNvPr id="34" name="事迹8"/>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“深入思考，充分质疑，消除主给水泵安全隐患”</a:t>
            </a:r>
          </a:p>
        </p:txBody>
      </p:sp>
      <p:sp>
        <p:nvSpPr>
          <p:cNvPr id="35" name="标题8"/>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8"/>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8"/>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8"/>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8"/>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8"/>
          <p:cNvSpPr txBox="1"/>
          <p:nvPr/>
        </p:nvSpPr>
        <p:spPr>
          <a:xfrm>
            <a:off x="32580390" y="4824000"/>
            <a:ext cx="15299610" cy="10116000"/>
          </a:xfrm>
          <a:prstGeom prst="rect">
            <a:avLst/>
          </a:prstGeom>
          <a:noFill/>
        </p:spPr>
        <p:txBody>
          <a:bodyPr wrap="square" lIns="0" rIns="0" tIns="0" bIns="0" anchor="ctr">
            <a:noAutofit/>
          </a:bodyPr>
          <a:lstStyle/>
          <a:p>
            <a:pPr algn="just" marL="0" indent="1656000">
              <a:lnSpc>
                <a:spcPts val="11083"/>
              </a:lnSpc>
            </a:pPr>
            <a:r>
              <a:rPr sz="6519" b="0">
                <a:solidFill>
                  <a:srgbClr val="FFF3E2"/>
                </a:solidFill>
                <a:latin typeface="Microsoft YaHei"/>
                <a:ea typeface="微软雅黑"/>
              </a:rPr>
              <a:t>何韶然深入思考，充分质疑，消除主给水泵安全隐患。何韶然不轻易放过任何隐患，不盲目接受现有逻辑设计，在发现调试机组存在隐患后主动反馈一期生产机组，实现了运行经验指导调试和调试经验反哺运行的双向联动，用实际行动践行了核安全文化核心理念。</a:t>
            </a:r>
          </a:p>
        </p:txBody>
      </p:sp>
      <p:sp>
        <p:nvSpPr>
          <p:cNvPr id="41" name="返回8">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9"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9"/>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9"/>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9"/>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9"/>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人员09</a:t>
            </a:r>
          </a:p>
        </p:txBody>
      </p:sp>
      <p:sp>
        <p:nvSpPr>
          <p:cNvPr id="29" name="分隔左9"/>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9"/>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9"/>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9"/>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9"/>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9"/>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9"/>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9"/>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9"/>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9"/>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9"/>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9">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0"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0"/>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0"/>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0"/>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0"/>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人员10</a:t>
            </a:r>
          </a:p>
        </p:txBody>
      </p:sp>
      <p:sp>
        <p:nvSpPr>
          <p:cNvPr id="29" name="分隔左10"/>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0"/>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0"/>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0"/>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0"/>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0"/>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0"/>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0"/>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0"/>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0"/>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0"/>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0">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1"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1"/>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1"/>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1"/>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1"/>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人员11</a:t>
            </a:r>
          </a:p>
        </p:txBody>
      </p:sp>
      <p:sp>
        <p:nvSpPr>
          <p:cNvPr id="29" name="分隔左11"/>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1"/>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1"/>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1"/>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1"/>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1"/>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1"/>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1"/>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1"/>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1"/>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1"/>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1">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2"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2"/>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2"/>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2"/>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2"/>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人员12</a:t>
            </a:r>
          </a:p>
        </p:txBody>
      </p:sp>
      <p:sp>
        <p:nvSpPr>
          <p:cNvPr id="29" name="分隔左12"/>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2"/>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2"/>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2"/>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2"/>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2"/>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2"/>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2"/>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2"/>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2"/>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2"/>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2">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卡框13"/>
          <p:cNvSpPr/>
          <p:nvPr/>
        </p:nvSpPr>
        <p:spPr>
          <a:xfrm>
            <a:off x="5940000" y="5940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 name="衬纸13"/>
          <p:cNvSpPr/>
          <p:nvPr/>
        </p:nvSpPr>
        <p:spPr>
          <a:xfrm>
            <a:off x="6030000" y="6030000"/>
            <a:ext cx="5040000" cy="3816000"/>
          </a:xfrm>
          <a:prstGeom prst="rect">
            <a:avLst/>
          </a:prstGeom>
          <a:solidFill>
            <a:srgbClr val="FFFAF0"/>
          </a:solidFill>
          <a:ln>
            <a:noFill/>
          </a:ln>
        </p:spPr>
        <p:txBody>
          <a:bodyPr rtlCol="0" anchor="ctr"/>
          <a:lstStyle/>
          <a:p>
            <a:pPr algn="ctr"/>
          </a:p>
        </p:txBody>
      </p:sp>
      <p:pic>
        <p:nvPicPr>
          <p:cNvPr id="4" name="!!p13" descr="image.jpg"/>
          <p:cNvPicPr>
            <a:picLocks noChangeAspect="1"/>
          </p:cNvPicPr>
          <p:nvPr/>
        </p:nvPicPr>
        <p:blipFill>
          <a:blip r:embed="rId2"/>
          <a:srcRect/>
          <a:stretch>
            <a:fillRect/>
          </a:stretch>
        </p:blipFill>
        <p:spPr>
          <a:xfrm>
            <a:off x="6120000" y="6120000"/>
            <a:ext cx="4860000" cy="3636000"/>
          </a:xfrm>
          <a:prstGeom prst="rect">
            <a:avLst/>
          </a:prstGeom>
        </p:spPr>
      </p:pic>
      <p:sp>
        <p:nvSpPr>
          <p:cNvPr id="5" name="名牌底13"/>
          <p:cNvSpPr/>
          <p:nvPr/>
        </p:nvSpPr>
        <p:spPr>
          <a:xfrm>
            <a:off x="6030000" y="9846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6" name="名牌金线13"/>
          <p:cNvSpPr/>
          <p:nvPr/>
        </p:nvSpPr>
        <p:spPr>
          <a:xfrm>
            <a:off x="6030000" y="9846000"/>
            <a:ext cx="5040000" cy="54000"/>
          </a:xfrm>
          <a:prstGeom prst="rect">
            <a:avLst/>
          </a:prstGeom>
          <a:solidFill>
            <a:srgbClr val="FFDC8C"/>
          </a:solidFill>
          <a:ln>
            <a:noFill/>
          </a:ln>
        </p:spPr>
        <p:txBody>
          <a:bodyPr rtlCol="0" anchor="ctr"/>
          <a:lstStyle/>
          <a:p>
            <a:pPr algn="ctr"/>
          </a:p>
        </p:txBody>
      </p:sp>
      <p:sp>
        <p:nvSpPr>
          <p:cNvPr id="7" name="名牌13"/>
          <p:cNvSpPr txBox="1"/>
          <p:nvPr/>
        </p:nvSpPr>
        <p:spPr>
          <a:xfrm>
            <a:off x="6030000" y="9900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人员13</a:t>
            </a:r>
          </a:p>
          <a:p>
            <a:pPr algn="ctr"/>
            <a:r>
              <a:rPr sz="2692" b="0">
                <a:solidFill>
                  <a:srgbClr val="FFF1D6"/>
                </a:solidFill>
                <a:latin typeface="Microsoft YaHei"/>
                <a:ea typeface="微软雅黑"/>
              </a:rPr>
              <a:t>单位待补充</a:t>
            </a:r>
          </a:p>
        </p:txBody>
      </p:sp>
      <p:sp>
        <p:nvSpPr>
          <p:cNvPr id="8" name="热区13">
            <a:hlinkClick action="ppaction://hlinksldjump" r:id="rId3"/>
          </p:cNvPr>
          <p:cNvSpPr/>
          <p:nvPr/>
        </p:nvSpPr>
        <p:spPr>
          <a:xfrm>
            <a:off x="5940000" y="5940000"/>
            <a:ext cx="5220000" cy="5256000"/>
          </a:xfrm>
          <a:prstGeom prst="rect">
            <a:avLst/>
          </a:prstGeom>
          <a:solidFill>
            <a:srgbClr val="000000">
              <a:alpha val="0"/>
            </a:srgbClr>
          </a:solidFill>
          <a:ln>
            <a:noFill/>
          </a:ln>
        </p:spPr>
        <p:txBody>
          <a:bodyPr rtlCol="0" anchor="ctr"/>
          <a:lstStyle/>
          <a:p>
            <a:pPr algn="ctr"/>
          </a:p>
        </p:txBody>
      </p:sp>
      <p:sp>
        <p:nvSpPr>
          <p:cNvPr id="9" name="卡框14"/>
          <p:cNvSpPr/>
          <p:nvPr/>
        </p:nvSpPr>
        <p:spPr>
          <a:xfrm>
            <a:off x="12600000" y="5940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0" name="衬纸14"/>
          <p:cNvSpPr/>
          <p:nvPr/>
        </p:nvSpPr>
        <p:spPr>
          <a:xfrm>
            <a:off x="12690000" y="6030000"/>
            <a:ext cx="5040000" cy="3816000"/>
          </a:xfrm>
          <a:prstGeom prst="rect">
            <a:avLst/>
          </a:prstGeom>
          <a:solidFill>
            <a:srgbClr val="FFFAF0"/>
          </a:solidFill>
          <a:ln>
            <a:noFill/>
          </a:ln>
        </p:spPr>
        <p:txBody>
          <a:bodyPr rtlCol="0" anchor="ctr"/>
          <a:lstStyle/>
          <a:p>
            <a:pPr algn="ctr"/>
          </a:p>
        </p:txBody>
      </p:sp>
      <p:pic>
        <p:nvPicPr>
          <p:cNvPr id="11" name="!!p14" descr="image.jpg"/>
          <p:cNvPicPr>
            <a:picLocks noChangeAspect="1"/>
          </p:cNvPicPr>
          <p:nvPr/>
        </p:nvPicPr>
        <p:blipFill>
          <a:blip r:embed="rId2"/>
          <a:srcRect/>
          <a:stretch>
            <a:fillRect/>
          </a:stretch>
        </p:blipFill>
        <p:spPr>
          <a:xfrm>
            <a:off x="12780000" y="6120000"/>
            <a:ext cx="4860000" cy="3636000"/>
          </a:xfrm>
          <a:prstGeom prst="rect">
            <a:avLst/>
          </a:prstGeom>
        </p:spPr>
      </p:pic>
      <p:sp>
        <p:nvSpPr>
          <p:cNvPr id="12" name="名牌底14"/>
          <p:cNvSpPr/>
          <p:nvPr/>
        </p:nvSpPr>
        <p:spPr>
          <a:xfrm>
            <a:off x="12690000" y="9846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13" name="名牌金线14"/>
          <p:cNvSpPr/>
          <p:nvPr/>
        </p:nvSpPr>
        <p:spPr>
          <a:xfrm>
            <a:off x="12690000" y="9846000"/>
            <a:ext cx="5040000" cy="54000"/>
          </a:xfrm>
          <a:prstGeom prst="rect">
            <a:avLst/>
          </a:prstGeom>
          <a:solidFill>
            <a:srgbClr val="FFDC8C"/>
          </a:solidFill>
          <a:ln>
            <a:noFill/>
          </a:ln>
        </p:spPr>
        <p:txBody>
          <a:bodyPr rtlCol="0" anchor="ctr"/>
          <a:lstStyle/>
          <a:p>
            <a:pPr algn="ctr"/>
          </a:p>
        </p:txBody>
      </p:sp>
      <p:sp>
        <p:nvSpPr>
          <p:cNvPr id="14" name="名牌14"/>
          <p:cNvSpPr txBox="1"/>
          <p:nvPr/>
        </p:nvSpPr>
        <p:spPr>
          <a:xfrm>
            <a:off x="12690000" y="9900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人员14</a:t>
            </a:r>
          </a:p>
          <a:p>
            <a:pPr algn="ctr"/>
            <a:r>
              <a:rPr sz="2692" b="0">
                <a:solidFill>
                  <a:srgbClr val="FFF1D6"/>
                </a:solidFill>
                <a:latin typeface="Microsoft YaHei"/>
                <a:ea typeface="微软雅黑"/>
              </a:rPr>
              <a:t>单位待补充</a:t>
            </a:r>
          </a:p>
        </p:txBody>
      </p:sp>
      <p:sp>
        <p:nvSpPr>
          <p:cNvPr id="15" name="热区14">
            <a:hlinkClick action="ppaction://hlinksldjump" r:id="rId4"/>
          </p:cNvPr>
          <p:cNvSpPr/>
          <p:nvPr/>
        </p:nvSpPr>
        <p:spPr>
          <a:xfrm>
            <a:off x="12600000" y="5940000"/>
            <a:ext cx="5220000" cy="5256000"/>
          </a:xfrm>
          <a:prstGeom prst="rect">
            <a:avLst/>
          </a:prstGeom>
          <a:solidFill>
            <a:srgbClr val="000000">
              <a:alpha val="0"/>
            </a:srgbClr>
          </a:solidFill>
          <a:ln>
            <a:noFill/>
          </a:ln>
        </p:spPr>
        <p:txBody>
          <a:bodyPr rtlCol="0" anchor="ctr"/>
          <a:lstStyle/>
          <a:p>
            <a:pPr algn="ctr"/>
          </a:p>
        </p:txBody>
      </p:sp>
      <p:sp>
        <p:nvSpPr>
          <p:cNvPr id="16" name="卡框15"/>
          <p:cNvSpPr/>
          <p:nvPr/>
        </p:nvSpPr>
        <p:spPr>
          <a:xfrm>
            <a:off x="19260000" y="5940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7" name="衬纸15"/>
          <p:cNvSpPr/>
          <p:nvPr/>
        </p:nvSpPr>
        <p:spPr>
          <a:xfrm>
            <a:off x="19350000" y="6030000"/>
            <a:ext cx="5040000" cy="3816000"/>
          </a:xfrm>
          <a:prstGeom prst="rect">
            <a:avLst/>
          </a:prstGeom>
          <a:solidFill>
            <a:srgbClr val="FFFAF0"/>
          </a:solidFill>
          <a:ln>
            <a:noFill/>
          </a:ln>
        </p:spPr>
        <p:txBody>
          <a:bodyPr rtlCol="0" anchor="ctr"/>
          <a:lstStyle/>
          <a:p>
            <a:pPr algn="ctr"/>
          </a:p>
        </p:txBody>
      </p:sp>
      <p:pic>
        <p:nvPicPr>
          <p:cNvPr id="18" name="!!p15" descr="image.jpg"/>
          <p:cNvPicPr>
            <a:picLocks noChangeAspect="1"/>
          </p:cNvPicPr>
          <p:nvPr/>
        </p:nvPicPr>
        <p:blipFill>
          <a:blip r:embed="rId2"/>
          <a:srcRect/>
          <a:stretch>
            <a:fillRect/>
          </a:stretch>
        </p:blipFill>
        <p:spPr>
          <a:xfrm>
            <a:off x="19440000" y="6120000"/>
            <a:ext cx="4860000" cy="3636000"/>
          </a:xfrm>
          <a:prstGeom prst="rect">
            <a:avLst/>
          </a:prstGeom>
        </p:spPr>
      </p:pic>
      <p:sp>
        <p:nvSpPr>
          <p:cNvPr id="19" name="名牌底15"/>
          <p:cNvSpPr/>
          <p:nvPr/>
        </p:nvSpPr>
        <p:spPr>
          <a:xfrm>
            <a:off x="19350000" y="9846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20" name="名牌金线15"/>
          <p:cNvSpPr/>
          <p:nvPr/>
        </p:nvSpPr>
        <p:spPr>
          <a:xfrm>
            <a:off x="19350000" y="9846000"/>
            <a:ext cx="5040000" cy="54000"/>
          </a:xfrm>
          <a:prstGeom prst="rect">
            <a:avLst/>
          </a:prstGeom>
          <a:solidFill>
            <a:srgbClr val="FFDC8C"/>
          </a:solidFill>
          <a:ln>
            <a:noFill/>
          </a:ln>
        </p:spPr>
        <p:txBody>
          <a:bodyPr rtlCol="0" anchor="ctr"/>
          <a:lstStyle/>
          <a:p>
            <a:pPr algn="ctr"/>
          </a:p>
        </p:txBody>
      </p:sp>
      <p:sp>
        <p:nvSpPr>
          <p:cNvPr id="21" name="名牌15"/>
          <p:cNvSpPr txBox="1"/>
          <p:nvPr/>
        </p:nvSpPr>
        <p:spPr>
          <a:xfrm>
            <a:off x="19350000" y="9900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人员15</a:t>
            </a:r>
          </a:p>
          <a:p>
            <a:pPr algn="ctr"/>
            <a:r>
              <a:rPr sz="2692" b="0">
                <a:solidFill>
                  <a:srgbClr val="FFF1D6"/>
                </a:solidFill>
                <a:latin typeface="Microsoft YaHei"/>
                <a:ea typeface="微软雅黑"/>
              </a:rPr>
              <a:t>单位待补充</a:t>
            </a:r>
          </a:p>
        </p:txBody>
      </p:sp>
      <p:sp>
        <p:nvSpPr>
          <p:cNvPr id="22" name="热区15">
            <a:hlinkClick action="ppaction://hlinksldjump" r:id="rId5"/>
          </p:cNvPr>
          <p:cNvSpPr/>
          <p:nvPr/>
        </p:nvSpPr>
        <p:spPr>
          <a:xfrm>
            <a:off x="19260000" y="5940000"/>
            <a:ext cx="5220000" cy="5256000"/>
          </a:xfrm>
          <a:prstGeom prst="rect">
            <a:avLst/>
          </a:prstGeom>
          <a:solidFill>
            <a:srgbClr val="000000">
              <a:alpha val="0"/>
            </a:srgbClr>
          </a:solidFill>
          <a:ln>
            <a:noFill/>
          </a:ln>
        </p:spPr>
        <p:txBody>
          <a:bodyPr rtlCol="0" anchor="ctr"/>
          <a:lstStyle/>
          <a:p>
            <a:pPr algn="ctr"/>
          </a:p>
        </p:txBody>
      </p:sp>
      <p:sp>
        <p:nvSpPr>
          <p:cNvPr id="23" name="卡框16"/>
          <p:cNvSpPr/>
          <p:nvPr/>
        </p:nvSpPr>
        <p:spPr>
          <a:xfrm>
            <a:off x="25920000" y="5940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24" name="衬纸16"/>
          <p:cNvSpPr/>
          <p:nvPr/>
        </p:nvSpPr>
        <p:spPr>
          <a:xfrm>
            <a:off x="26010000" y="6030000"/>
            <a:ext cx="5040000" cy="3816000"/>
          </a:xfrm>
          <a:prstGeom prst="rect">
            <a:avLst/>
          </a:prstGeom>
          <a:solidFill>
            <a:srgbClr val="FFFAF0"/>
          </a:solidFill>
          <a:ln>
            <a:noFill/>
          </a:ln>
        </p:spPr>
        <p:txBody>
          <a:bodyPr rtlCol="0" anchor="ctr"/>
          <a:lstStyle/>
          <a:p>
            <a:pPr algn="ctr"/>
          </a:p>
        </p:txBody>
      </p:sp>
      <p:pic>
        <p:nvPicPr>
          <p:cNvPr id="25" name="!!p16" descr="image.jpg"/>
          <p:cNvPicPr>
            <a:picLocks noChangeAspect="1"/>
          </p:cNvPicPr>
          <p:nvPr/>
        </p:nvPicPr>
        <p:blipFill>
          <a:blip r:embed="rId2"/>
          <a:srcRect/>
          <a:stretch>
            <a:fillRect/>
          </a:stretch>
        </p:blipFill>
        <p:spPr>
          <a:xfrm>
            <a:off x="26100000" y="6120000"/>
            <a:ext cx="4860000" cy="3636000"/>
          </a:xfrm>
          <a:prstGeom prst="rect">
            <a:avLst/>
          </a:prstGeom>
        </p:spPr>
      </p:pic>
      <p:sp>
        <p:nvSpPr>
          <p:cNvPr id="26" name="名牌底16"/>
          <p:cNvSpPr/>
          <p:nvPr/>
        </p:nvSpPr>
        <p:spPr>
          <a:xfrm>
            <a:off x="26010000" y="9846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27" name="名牌金线16"/>
          <p:cNvSpPr/>
          <p:nvPr/>
        </p:nvSpPr>
        <p:spPr>
          <a:xfrm>
            <a:off x="26010000" y="9846000"/>
            <a:ext cx="5040000" cy="54000"/>
          </a:xfrm>
          <a:prstGeom prst="rect">
            <a:avLst/>
          </a:prstGeom>
          <a:solidFill>
            <a:srgbClr val="FFDC8C"/>
          </a:solidFill>
          <a:ln>
            <a:noFill/>
          </a:ln>
        </p:spPr>
        <p:txBody>
          <a:bodyPr rtlCol="0" anchor="ctr"/>
          <a:lstStyle/>
          <a:p>
            <a:pPr algn="ctr"/>
          </a:p>
        </p:txBody>
      </p:sp>
      <p:sp>
        <p:nvSpPr>
          <p:cNvPr id="28" name="名牌16"/>
          <p:cNvSpPr txBox="1"/>
          <p:nvPr/>
        </p:nvSpPr>
        <p:spPr>
          <a:xfrm>
            <a:off x="26010000" y="9900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人员16</a:t>
            </a:r>
          </a:p>
          <a:p>
            <a:pPr algn="ctr"/>
            <a:r>
              <a:rPr sz="2692" b="0">
                <a:solidFill>
                  <a:srgbClr val="FFF1D6"/>
                </a:solidFill>
                <a:latin typeface="Microsoft YaHei"/>
                <a:ea typeface="微软雅黑"/>
              </a:rPr>
              <a:t>单位待补充</a:t>
            </a:r>
          </a:p>
        </p:txBody>
      </p:sp>
      <p:sp>
        <p:nvSpPr>
          <p:cNvPr id="29" name="热区16">
            <a:hlinkClick action="ppaction://hlinksldjump" r:id="rId6"/>
          </p:cNvPr>
          <p:cNvSpPr/>
          <p:nvPr/>
        </p:nvSpPr>
        <p:spPr>
          <a:xfrm>
            <a:off x="25920000" y="5940000"/>
            <a:ext cx="5220000" cy="5256000"/>
          </a:xfrm>
          <a:prstGeom prst="rect">
            <a:avLst/>
          </a:prstGeom>
          <a:solidFill>
            <a:srgbClr val="000000">
              <a:alpha val="0"/>
            </a:srgbClr>
          </a:solidFill>
          <a:ln>
            <a:noFill/>
          </a:ln>
        </p:spPr>
        <p:txBody>
          <a:bodyPr rtlCol="0" anchor="ctr"/>
          <a:lstStyle/>
          <a:p>
            <a:pPr algn="ctr"/>
          </a:p>
        </p:txBody>
      </p:sp>
      <p:sp>
        <p:nvSpPr>
          <p:cNvPr id="30" name="卡框17"/>
          <p:cNvSpPr/>
          <p:nvPr/>
        </p:nvSpPr>
        <p:spPr>
          <a:xfrm>
            <a:off x="32580000" y="5940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1" name="衬纸17"/>
          <p:cNvSpPr/>
          <p:nvPr/>
        </p:nvSpPr>
        <p:spPr>
          <a:xfrm>
            <a:off x="32670000" y="6030000"/>
            <a:ext cx="5040000" cy="3816000"/>
          </a:xfrm>
          <a:prstGeom prst="rect">
            <a:avLst/>
          </a:prstGeom>
          <a:solidFill>
            <a:srgbClr val="FFFAF0"/>
          </a:solidFill>
          <a:ln>
            <a:noFill/>
          </a:ln>
        </p:spPr>
        <p:txBody>
          <a:bodyPr rtlCol="0" anchor="ctr"/>
          <a:lstStyle/>
          <a:p>
            <a:pPr algn="ctr"/>
          </a:p>
        </p:txBody>
      </p:sp>
      <p:pic>
        <p:nvPicPr>
          <p:cNvPr id="32" name="!!p17" descr="image.jpg"/>
          <p:cNvPicPr>
            <a:picLocks noChangeAspect="1"/>
          </p:cNvPicPr>
          <p:nvPr/>
        </p:nvPicPr>
        <p:blipFill>
          <a:blip r:embed="rId2"/>
          <a:srcRect/>
          <a:stretch>
            <a:fillRect/>
          </a:stretch>
        </p:blipFill>
        <p:spPr>
          <a:xfrm>
            <a:off x="32760000" y="6120000"/>
            <a:ext cx="4860000" cy="3636000"/>
          </a:xfrm>
          <a:prstGeom prst="rect">
            <a:avLst/>
          </a:prstGeom>
        </p:spPr>
      </p:pic>
      <p:sp>
        <p:nvSpPr>
          <p:cNvPr id="33" name="名牌底17"/>
          <p:cNvSpPr/>
          <p:nvPr/>
        </p:nvSpPr>
        <p:spPr>
          <a:xfrm>
            <a:off x="32670000" y="9846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34" name="名牌金线17"/>
          <p:cNvSpPr/>
          <p:nvPr/>
        </p:nvSpPr>
        <p:spPr>
          <a:xfrm>
            <a:off x="32670000" y="9846000"/>
            <a:ext cx="5040000" cy="54000"/>
          </a:xfrm>
          <a:prstGeom prst="rect">
            <a:avLst/>
          </a:prstGeom>
          <a:solidFill>
            <a:srgbClr val="FFDC8C"/>
          </a:solidFill>
          <a:ln>
            <a:noFill/>
          </a:ln>
        </p:spPr>
        <p:txBody>
          <a:bodyPr rtlCol="0" anchor="ctr"/>
          <a:lstStyle/>
          <a:p>
            <a:pPr algn="ctr"/>
          </a:p>
        </p:txBody>
      </p:sp>
      <p:sp>
        <p:nvSpPr>
          <p:cNvPr id="35" name="名牌17"/>
          <p:cNvSpPr txBox="1"/>
          <p:nvPr/>
        </p:nvSpPr>
        <p:spPr>
          <a:xfrm>
            <a:off x="32670000" y="9900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人员17</a:t>
            </a:r>
          </a:p>
          <a:p>
            <a:pPr algn="ctr"/>
            <a:r>
              <a:rPr sz="2692" b="0">
                <a:solidFill>
                  <a:srgbClr val="FFF1D6"/>
                </a:solidFill>
                <a:latin typeface="Microsoft YaHei"/>
                <a:ea typeface="微软雅黑"/>
              </a:rPr>
              <a:t>单位待补充</a:t>
            </a:r>
          </a:p>
        </p:txBody>
      </p:sp>
      <p:sp>
        <p:nvSpPr>
          <p:cNvPr id="36" name="热区17">
            <a:hlinkClick action="ppaction://hlinksldjump" r:id="rId7"/>
          </p:cNvPr>
          <p:cNvSpPr/>
          <p:nvPr/>
        </p:nvSpPr>
        <p:spPr>
          <a:xfrm>
            <a:off x="32580000" y="5940000"/>
            <a:ext cx="5220000" cy="5256000"/>
          </a:xfrm>
          <a:prstGeom prst="rect">
            <a:avLst/>
          </a:prstGeom>
          <a:solidFill>
            <a:srgbClr val="000000">
              <a:alpha val="0"/>
            </a:srgbClr>
          </a:solidFill>
          <a:ln>
            <a:noFill/>
          </a:ln>
        </p:spPr>
        <p:txBody>
          <a:bodyPr rtlCol="0" anchor="ctr"/>
          <a:lstStyle/>
          <a:p>
            <a:pPr algn="ctr"/>
          </a:p>
        </p:txBody>
      </p:sp>
      <p:sp>
        <p:nvSpPr>
          <p:cNvPr id="37" name="卡框18"/>
          <p:cNvSpPr/>
          <p:nvPr/>
        </p:nvSpPr>
        <p:spPr>
          <a:xfrm>
            <a:off x="39240000" y="5940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8" name="衬纸18"/>
          <p:cNvSpPr/>
          <p:nvPr/>
        </p:nvSpPr>
        <p:spPr>
          <a:xfrm>
            <a:off x="39330000" y="6030000"/>
            <a:ext cx="5040000" cy="3816000"/>
          </a:xfrm>
          <a:prstGeom prst="rect">
            <a:avLst/>
          </a:prstGeom>
          <a:solidFill>
            <a:srgbClr val="FFFAF0"/>
          </a:solidFill>
          <a:ln>
            <a:noFill/>
          </a:ln>
        </p:spPr>
        <p:txBody>
          <a:bodyPr rtlCol="0" anchor="ctr"/>
          <a:lstStyle/>
          <a:p>
            <a:pPr algn="ctr"/>
          </a:p>
        </p:txBody>
      </p:sp>
      <p:pic>
        <p:nvPicPr>
          <p:cNvPr id="39" name="!!p18" descr="image.jpg"/>
          <p:cNvPicPr>
            <a:picLocks noChangeAspect="1"/>
          </p:cNvPicPr>
          <p:nvPr/>
        </p:nvPicPr>
        <p:blipFill>
          <a:blip r:embed="rId2"/>
          <a:srcRect/>
          <a:stretch>
            <a:fillRect/>
          </a:stretch>
        </p:blipFill>
        <p:spPr>
          <a:xfrm>
            <a:off x="39420000" y="6120000"/>
            <a:ext cx="4860000" cy="3636000"/>
          </a:xfrm>
          <a:prstGeom prst="rect">
            <a:avLst/>
          </a:prstGeom>
        </p:spPr>
      </p:pic>
      <p:sp>
        <p:nvSpPr>
          <p:cNvPr id="40" name="名牌底18"/>
          <p:cNvSpPr/>
          <p:nvPr/>
        </p:nvSpPr>
        <p:spPr>
          <a:xfrm>
            <a:off x="39330000" y="9846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41" name="名牌金线18"/>
          <p:cNvSpPr/>
          <p:nvPr/>
        </p:nvSpPr>
        <p:spPr>
          <a:xfrm>
            <a:off x="39330000" y="9846000"/>
            <a:ext cx="5040000" cy="54000"/>
          </a:xfrm>
          <a:prstGeom prst="rect">
            <a:avLst/>
          </a:prstGeom>
          <a:solidFill>
            <a:srgbClr val="FFDC8C"/>
          </a:solidFill>
          <a:ln>
            <a:noFill/>
          </a:ln>
        </p:spPr>
        <p:txBody>
          <a:bodyPr rtlCol="0" anchor="ctr"/>
          <a:lstStyle/>
          <a:p>
            <a:pPr algn="ctr"/>
          </a:p>
        </p:txBody>
      </p:sp>
      <p:sp>
        <p:nvSpPr>
          <p:cNvPr id="42" name="名牌18"/>
          <p:cNvSpPr txBox="1"/>
          <p:nvPr/>
        </p:nvSpPr>
        <p:spPr>
          <a:xfrm>
            <a:off x="39330000" y="9900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人员18</a:t>
            </a:r>
          </a:p>
          <a:p>
            <a:pPr algn="ctr"/>
            <a:r>
              <a:rPr sz="2692" b="0">
                <a:solidFill>
                  <a:srgbClr val="FFF1D6"/>
                </a:solidFill>
                <a:latin typeface="Microsoft YaHei"/>
                <a:ea typeface="微软雅黑"/>
              </a:rPr>
              <a:t>单位待补充</a:t>
            </a:r>
          </a:p>
        </p:txBody>
      </p:sp>
      <p:sp>
        <p:nvSpPr>
          <p:cNvPr id="43" name="热区18">
            <a:hlinkClick action="ppaction://hlinksldjump" r:id="rId8"/>
          </p:cNvPr>
          <p:cNvSpPr/>
          <p:nvPr/>
        </p:nvSpPr>
        <p:spPr>
          <a:xfrm>
            <a:off x="39240000" y="5940000"/>
            <a:ext cx="5220000" cy="5256000"/>
          </a:xfrm>
          <a:prstGeom prst="rect">
            <a:avLst/>
          </a:prstGeom>
          <a:solidFill>
            <a:srgbClr val="000000">
              <a:alpha val="0"/>
            </a:srgbClr>
          </a:solidFill>
          <a:ln>
            <a:noFill/>
          </a:ln>
        </p:spPr>
        <p:txBody>
          <a:bodyPr rtlCol="0" anchor="ctr"/>
          <a:lstStyle/>
          <a:p>
            <a:pPr algn="ctr"/>
          </a:p>
        </p:txBody>
      </p:sp>
      <p:sp>
        <p:nvSpPr>
          <p:cNvPr id="44" name="卡框19"/>
          <p:cNvSpPr/>
          <p:nvPr/>
        </p:nvSpPr>
        <p:spPr>
          <a:xfrm>
            <a:off x="5940000" y="12114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45" name="衬纸19"/>
          <p:cNvSpPr/>
          <p:nvPr/>
        </p:nvSpPr>
        <p:spPr>
          <a:xfrm>
            <a:off x="6030000" y="12204000"/>
            <a:ext cx="5040000" cy="3816000"/>
          </a:xfrm>
          <a:prstGeom prst="rect">
            <a:avLst/>
          </a:prstGeom>
          <a:solidFill>
            <a:srgbClr val="FFFAF0"/>
          </a:solidFill>
          <a:ln>
            <a:noFill/>
          </a:ln>
        </p:spPr>
        <p:txBody>
          <a:bodyPr rtlCol="0" anchor="ctr"/>
          <a:lstStyle/>
          <a:p>
            <a:pPr algn="ctr"/>
          </a:p>
        </p:txBody>
      </p:sp>
      <p:pic>
        <p:nvPicPr>
          <p:cNvPr id="46" name="!!p19" descr="image.jpg"/>
          <p:cNvPicPr>
            <a:picLocks noChangeAspect="1"/>
          </p:cNvPicPr>
          <p:nvPr/>
        </p:nvPicPr>
        <p:blipFill>
          <a:blip r:embed="rId2"/>
          <a:srcRect/>
          <a:stretch>
            <a:fillRect/>
          </a:stretch>
        </p:blipFill>
        <p:spPr>
          <a:xfrm>
            <a:off x="6120000" y="12294000"/>
            <a:ext cx="4860000" cy="3636000"/>
          </a:xfrm>
          <a:prstGeom prst="rect">
            <a:avLst/>
          </a:prstGeom>
        </p:spPr>
      </p:pic>
      <p:sp>
        <p:nvSpPr>
          <p:cNvPr id="47" name="名牌底19"/>
          <p:cNvSpPr/>
          <p:nvPr/>
        </p:nvSpPr>
        <p:spPr>
          <a:xfrm>
            <a:off x="6030000" y="16020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48" name="名牌金线19"/>
          <p:cNvSpPr/>
          <p:nvPr/>
        </p:nvSpPr>
        <p:spPr>
          <a:xfrm>
            <a:off x="6030000" y="16020000"/>
            <a:ext cx="5040000" cy="54000"/>
          </a:xfrm>
          <a:prstGeom prst="rect">
            <a:avLst/>
          </a:prstGeom>
          <a:solidFill>
            <a:srgbClr val="FFDC8C"/>
          </a:solidFill>
          <a:ln>
            <a:noFill/>
          </a:ln>
        </p:spPr>
        <p:txBody>
          <a:bodyPr rtlCol="0" anchor="ctr"/>
          <a:lstStyle/>
          <a:p>
            <a:pPr algn="ctr"/>
          </a:p>
        </p:txBody>
      </p:sp>
      <p:sp>
        <p:nvSpPr>
          <p:cNvPr id="49" name="名牌19"/>
          <p:cNvSpPr txBox="1"/>
          <p:nvPr/>
        </p:nvSpPr>
        <p:spPr>
          <a:xfrm>
            <a:off x="6030000" y="16074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人员19</a:t>
            </a:r>
          </a:p>
          <a:p>
            <a:pPr algn="ctr"/>
            <a:r>
              <a:rPr sz="2692" b="0">
                <a:solidFill>
                  <a:srgbClr val="FFF1D6"/>
                </a:solidFill>
                <a:latin typeface="Microsoft YaHei"/>
                <a:ea typeface="微软雅黑"/>
              </a:rPr>
              <a:t>单位待补充</a:t>
            </a:r>
          </a:p>
        </p:txBody>
      </p:sp>
      <p:sp>
        <p:nvSpPr>
          <p:cNvPr id="50" name="热区19">
            <a:hlinkClick action="ppaction://hlinksldjump" r:id="rId9"/>
          </p:cNvPr>
          <p:cNvSpPr/>
          <p:nvPr/>
        </p:nvSpPr>
        <p:spPr>
          <a:xfrm>
            <a:off x="5940000" y="12114000"/>
            <a:ext cx="5220000" cy="5256000"/>
          </a:xfrm>
          <a:prstGeom prst="rect">
            <a:avLst/>
          </a:prstGeom>
          <a:solidFill>
            <a:srgbClr val="000000">
              <a:alpha val="0"/>
            </a:srgbClr>
          </a:solidFill>
          <a:ln>
            <a:noFill/>
          </a:ln>
        </p:spPr>
        <p:txBody>
          <a:bodyPr rtlCol="0" anchor="ctr"/>
          <a:lstStyle/>
          <a:p>
            <a:pPr algn="ctr"/>
          </a:p>
        </p:txBody>
      </p:sp>
      <p:sp>
        <p:nvSpPr>
          <p:cNvPr id="51" name="卡框20"/>
          <p:cNvSpPr/>
          <p:nvPr/>
        </p:nvSpPr>
        <p:spPr>
          <a:xfrm>
            <a:off x="12600000" y="12114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52" name="衬纸20"/>
          <p:cNvSpPr/>
          <p:nvPr/>
        </p:nvSpPr>
        <p:spPr>
          <a:xfrm>
            <a:off x="12690000" y="12204000"/>
            <a:ext cx="5040000" cy="3816000"/>
          </a:xfrm>
          <a:prstGeom prst="rect">
            <a:avLst/>
          </a:prstGeom>
          <a:solidFill>
            <a:srgbClr val="FFFAF0"/>
          </a:solidFill>
          <a:ln>
            <a:noFill/>
          </a:ln>
        </p:spPr>
        <p:txBody>
          <a:bodyPr rtlCol="0" anchor="ctr"/>
          <a:lstStyle/>
          <a:p>
            <a:pPr algn="ctr"/>
          </a:p>
        </p:txBody>
      </p:sp>
      <p:pic>
        <p:nvPicPr>
          <p:cNvPr id="53" name="!!p20" descr="image.jpg"/>
          <p:cNvPicPr>
            <a:picLocks noChangeAspect="1"/>
          </p:cNvPicPr>
          <p:nvPr/>
        </p:nvPicPr>
        <p:blipFill>
          <a:blip r:embed="rId2"/>
          <a:srcRect/>
          <a:stretch>
            <a:fillRect/>
          </a:stretch>
        </p:blipFill>
        <p:spPr>
          <a:xfrm>
            <a:off x="12780000" y="12294000"/>
            <a:ext cx="4860000" cy="3636000"/>
          </a:xfrm>
          <a:prstGeom prst="rect">
            <a:avLst/>
          </a:prstGeom>
        </p:spPr>
      </p:pic>
      <p:sp>
        <p:nvSpPr>
          <p:cNvPr id="54" name="名牌底20"/>
          <p:cNvSpPr/>
          <p:nvPr/>
        </p:nvSpPr>
        <p:spPr>
          <a:xfrm>
            <a:off x="12690000" y="16020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55" name="名牌金线20"/>
          <p:cNvSpPr/>
          <p:nvPr/>
        </p:nvSpPr>
        <p:spPr>
          <a:xfrm>
            <a:off x="12690000" y="16020000"/>
            <a:ext cx="5040000" cy="54000"/>
          </a:xfrm>
          <a:prstGeom prst="rect">
            <a:avLst/>
          </a:prstGeom>
          <a:solidFill>
            <a:srgbClr val="FFDC8C"/>
          </a:solidFill>
          <a:ln>
            <a:noFill/>
          </a:ln>
        </p:spPr>
        <p:txBody>
          <a:bodyPr rtlCol="0" anchor="ctr"/>
          <a:lstStyle/>
          <a:p>
            <a:pPr algn="ctr"/>
          </a:p>
        </p:txBody>
      </p:sp>
      <p:sp>
        <p:nvSpPr>
          <p:cNvPr id="56" name="名牌20"/>
          <p:cNvSpPr txBox="1"/>
          <p:nvPr/>
        </p:nvSpPr>
        <p:spPr>
          <a:xfrm>
            <a:off x="12690000" y="16074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人员20</a:t>
            </a:r>
          </a:p>
          <a:p>
            <a:pPr algn="ctr"/>
            <a:r>
              <a:rPr sz="2692" b="0">
                <a:solidFill>
                  <a:srgbClr val="FFF1D6"/>
                </a:solidFill>
                <a:latin typeface="Microsoft YaHei"/>
                <a:ea typeface="微软雅黑"/>
              </a:rPr>
              <a:t>单位待补充</a:t>
            </a:r>
          </a:p>
        </p:txBody>
      </p:sp>
      <p:sp>
        <p:nvSpPr>
          <p:cNvPr id="57" name="热区20">
            <a:hlinkClick action="ppaction://hlinksldjump" r:id="rId10"/>
          </p:cNvPr>
          <p:cNvSpPr/>
          <p:nvPr/>
        </p:nvSpPr>
        <p:spPr>
          <a:xfrm>
            <a:off x="12600000" y="12114000"/>
            <a:ext cx="5220000" cy="5256000"/>
          </a:xfrm>
          <a:prstGeom prst="rect">
            <a:avLst/>
          </a:prstGeom>
          <a:solidFill>
            <a:srgbClr val="000000">
              <a:alpha val="0"/>
            </a:srgbClr>
          </a:solidFill>
          <a:ln>
            <a:noFill/>
          </a:ln>
        </p:spPr>
        <p:txBody>
          <a:bodyPr rtlCol="0" anchor="ctr"/>
          <a:lstStyle/>
          <a:p>
            <a:pPr algn="ctr"/>
          </a:p>
        </p:txBody>
      </p:sp>
      <p:sp>
        <p:nvSpPr>
          <p:cNvPr id="58" name="卡框21"/>
          <p:cNvSpPr/>
          <p:nvPr/>
        </p:nvSpPr>
        <p:spPr>
          <a:xfrm>
            <a:off x="19260000" y="12114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59" name="衬纸21"/>
          <p:cNvSpPr/>
          <p:nvPr/>
        </p:nvSpPr>
        <p:spPr>
          <a:xfrm>
            <a:off x="19350000" y="12204000"/>
            <a:ext cx="5040000" cy="3816000"/>
          </a:xfrm>
          <a:prstGeom prst="rect">
            <a:avLst/>
          </a:prstGeom>
          <a:solidFill>
            <a:srgbClr val="FFFAF0"/>
          </a:solidFill>
          <a:ln>
            <a:noFill/>
          </a:ln>
        </p:spPr>
        <p:txBody>
          <a:bodyPr rtlCol="0" anchor="ctr"/>
          <a:lstStyle/>
          <a:p>
            <a:pPr algn="ctr"/>
          </a:p>
        </p:txBody>
      </p:sp>
      <p:pic>
        <p:nvPicPr>
          <p:cNvPr id="60" name="!!p21" descr="image.jpg"/>
          <p:cNvPicPr>
            <a:picLocks noChangeAspect="1"/>
          </p:cNvPicPr>
          <p:nvPr/>
        </p:nvPicPr>
        <p:blipFill>
          <a:blip r:embed="rId2"/>
          <a:srcRect/>
          <a:stretch>
            <a:fillRect/>
          </a:stretch>
        </p:blipFill>
        <p:spPr>
          <a:xfrm>
            <a:off x="19440000" y="12294000"/>
            <a:ext cx="4860000" cy="3636000"/>
          </a:xfrm>
          <a:prstGeom prst="rect">
            <a:avLst/>
          </a:prstGeom>
        </p:spPr>
      </p:pic>
      <p:sp>
        <p:nvSpPr>
          <p:cNvPr id="61" name="名牌底21"/>
          <p:cNvSpPr/>
          <p:nvPr/>
        </p:nvSpPr>
        <p:spPr>
          <a:xfrm>
            <a:off x="19350000" y="16020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62" name="名牌金线21"/>
          <p:cNvSpPr/>
          <p:nvPr/>
        </p:nvSpPr>
        <p:spPr>
          <a:xfrm>
            <a:off x="19350000" y="16020000"/>
            <a:ext cx="5040000" cy="54000"/>
          </a:xfrm>
          <a:prstGeom prst="rect">
            <a:avLst/>
          </a:prstGeom>
          <a:solidFill>
            <a:srgbClr val="FFDC8C"/>
          </a:solidFill>
          <a:ln>
            <a:noFill/>
          </a:ln>
        </p:spPr>
        <p:txBody>
          <a:bodyPr rtlCol="0" anchor="ctr"/>
          <a:lstStyle/>
          <a:p>
            <a:pPr algn="ctr"/>
          </a:p>
        </p:txBody>
      </p:sp>
      <p:sp>
        <p:nvSpPr>
          <p:cNvPr id="63" name="名牌21"/>
          <p:cNvSpPr txBox="1"/>
          <p:nvPr/>
        </p:nvSpPr>
        <p:spPr>
          <a:xfrm>
            <a:off x="19350000" y="16074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人员21</a:t>
            </a:r>
          </a:p>
          <a:p>
            <a:pPr algn="ctr"/>
            <a:r>
              <a:rPr sz="2692" b="0">
                <a:solidFill>
                  <a:srgbClr val="FFF1D6"/>
                </a:solidFill>
                <a:latin typeface="Microsoft YaHei"/>
                <a:ea typeface="微软雅黑"/>
              </a:rPr>
              <a:t>单位待补充</a:t>
            </a:r>
          </a:p>
        </p:txBody>
      </p:sp>
      <p:sp>
        <p:nvSpPr>
          <p:cNvPr id="64" name="热区21">
            <a:hlinkClick action="ppaction://hlinksldjump" r:id="rId11"/>
          </p:cNvPr>
          <p:cNvSpPr/>
          <p:nvPr/>
        </p:nvSpPr>
        <p:spPr>
          <a:xfrm>
            <a:off x="19260000" y="12114000"/>
            <a:ext cx="5220000" cy="5256000"/>
          </a:xfrm>
          <a:prstGeom prst="rect">
            <a:avLst/>
          </a:prstGeom>
          <a:solidFill>
            <a:srgbClr val="000000">
              <a:alpha val="0"/>
            </a:srgbClr>
          </a:solidFill>
          <a:ln>
            <a:noFill/>
          </a:ln>
        </p:spPr>
        <p:txBody>
          <a:bodyPr rtlCol="0" anchor="ctr"/>
          <a:lstStyle/>
          <a:p>
            <a:pPr algn="ctr"/>
          </a:p>
        </p:txBody>
      </p:sp>
      <p:sp>
        <p:nvSpPr>
          <p:cNvPr id="65" name="卡框22"/>
          <p:cNvSpPr/>
          <p:nvPr/>
        </p:nvSpPr>
        <p:spPr>
          <a:xfrm>
            <a:off x="25920000" y="12114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66" name="衬纸22"/>
          <p:cNvSpPr/>
          <p:nvPr/>
        </p:nvSpPr>
        <p:spPr>
          <a:xfrm>
            <a:off x="26010000" y="12204000"/>
            <a:ext cx="5040000" cy="3816000"/>
          </a:xfrm>
          <a:prstGeom prst="rect">
            <a:avLst/>
          </a:prstGeom>
          <a:solidFill>
            <a:srgbClr val="FFFAF0"/>
          </a:solidFill>
          <a:ln>
            <a:noFill/>
          </a:ln>
        </p:spPr>
        <p:txBody>
          <a:bodyPr rtlCol="0" anchor="ctr"/>
          <a:lstStyle/>
          <a:p>
            <a:pPr algn="ctr"/>
          </a:p>
        </p:txBody>
      </p:sp>
      <p:pic>
        <p:nvPicPr>
          <p:cNvPr id="67" name="!!p22" descr="image.jpg"/>
          <p:cNvPicPr>
            <a:picLocks noChangeAspect="1"/>
          </p:cNvPicPr>
          <p:nvPr/>
        </p:nvPicPr>
        <p:blipFill>
          <a:blip r:embed="rId2"/>
          <a:srcRect/>
          <a:stretch>
            <a:fillRect/>
          </a:stretch>
        </p:blipFill>
        <p:spPr>
          <a:xfrm>
            <a:off x="26100000" y="12294000"/>
            <a:ext cx="4860000" cy="3636000"/>
          </a:xfrm>
          <a:prstGeom prst="rect">
            <a:avLst/>
          </a:prstGeom>
        </p:spPr>
      </p:pic>
      <p:sp>
        <p:nvSpPr>
          <p:cNvPr id="68" name="名牌底22"/>
          <p:cNvSpPr/>
          <p:nvPr/>
        </p:nvSpPr>
        <p:spPr>
          <a:xfrm>
            <a:off x="26010000" y="16020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69" name="名牌金线22"/>
          <p:cNvSpPr/>
          <p:nvPr/>
        </p:nvSpPr>
        <p:spPr>
          <a:xfrm>
            <a:off x="26010000" y="16020000"/>
            <a:ext cx="5040000" cy="54000"/>
          </a:xfrm>
          <a:prstGeom prst="rect">
            <a:avLst/>
          </a:prstGeom>
          <a:solidFill>
            <a:srgbClr val="FFDC8C"/>
          </a:solidFill>
          <a:ln>
            <a:noFill/>
          </a:ln>
        </p:spPr>
        <p:txBody>
          <a:bodyPr rtlCol="0" anchor="ctr"/>
          <a:lstStyle/>
          <a:p>
            <a:pPr algn="ctr"/>
          </a:p>
        </p:txBody>
      </p:sp>
      <p:sp>
        <p:nvSpPr>
          <p:cNvPr id="70" name="名牌22"/>
          <p:cNvSpPr txBox="1"/>
          <p:nvPr/>
        </p:nvSpPr>
        <p:spPr>
          <a:xfrm>
            <a:off x="26010000" y="16074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人员22</a:t>
            </a:r>
          </a:p>
          <a:p>
            <a:pPr algn="ctr"/>
            <a:r>
              <a:rPr sz="2692" b="0">
                <a:solidFill>
                  <a:srgbClr val="FFF1D6"/>
                </a:solidFill>
                <a:latin typeface="Microsoft YaHei"/>
                <a:ea typeface="微软雅黑"/>
              </a:rPr>
              <a:t>单位待补充</a:t>
            </a:r>
          </a:p>
        </p:txBody>
      </p:sp>
      <p:sp>
        <p:nvSpPr>
          <p:cNvPr id="71" name="热区22">
            <a:hlinkClick action="ppaction://hlinksldjump" r:id="rId12"/>
          </p:cNvPr>
          <p:cNvSpPr/>
          <p:nvPr/>
        </p:nvSpPr>
        <p:spPr>
          <a:xfrm>
            <a:off x="25920000" y="12114000"/>
            <a:ext cx="5220000" cy="5256000"/>
          </a:xfrm>
          <a:prstGeom prst="rect">
            <a:avLst/>
          </a:prstGeom>
          <a:solidFill>
            <a:srgbClr val="000000">
              <a:alpha val="0"/>
            </a:srgbClr>
          </a:solidFill>
          <a:ln>
            <a:noFill/>
          </a:ln>
        </p:spPr>
        <p:txBody>
          <a:bodyPr rtlCol="0" anchor="ctr"/>
          <a:lstStyle/>
          <a:p>
            <a:pPr algn="ctr"/>
          </a:p>
        </p:txBody>
      </p:sp>
      <p:sp>
        <p:nvSpPr>
          <p:cNvPr id="72" name="卡框23"/>
          <p:cNvSpPr/>
          <p:nvPr/>
        </p:nvSpPr>
        <p:spPr>
          <a:xfrm>
            <a:off x="32580000" y="12114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73" name="衬纸23"/>
          <p:cNvSpPr/>
          <p:nvPr/>
        </p:nvSpPr>
        <p:spPr>
          <a:xfrm>
            <a:off x="32670000" y="12204000"/>
            <a:ext cx="5040000" cy="3816000"/>
          </a:xfrm>
          <a:prstGeom prst="rect">
            <a:avLst/>
          </a:prstGeom>
          <a:solidFill>
            <a:srgbClr val="FFFAF0"/>
          </a:solidFill>
          <a:ln>
            <a:noFill/>
          </a:ln>
        </p:spPr>
        <p:txBody>
          <a:bodyPr rtlCol="0" anchor="ctr"/>
          <a:lstStyle/>
          <a:p>
            <a:pPr algn="ctr"/>
          </a:p>
        </p:txBody>
      </p:sp>
      <p:pic>
        <p:nvPicPr>
          <p:cNvPr id="74" name="!!p23" descr="image.jpg"/>
          <p:cNvPicPr>
            <a:picLocks noChangeAspect="1"/>
          </p:cNvPicPr>
          <p:nvPr/>
        </p:nvPicPr>
        <p:blipFill>
          <a:blip r:embed="rId2"/>
          <a:srcRect/>
          <a:stretch>
            <a:fillRect/>
          </a:stretch>
        </p:blipFill>
        <p:spPr>
          <a:xfrm>
            <a:off x="32760000" y="12294000"/>
            <a:ext cx="4860000" cy="3636000"/>
          </a:xfrm>
          <a:prstGeom prst="rect">
            <a:avLst/>
          </a:prstGeom>
        </p:spPr>
      </p:pic>
      <p:sp>
        <p:nvSpPr>
          <p:cNvPr id="75" name="名牌底23"/>
          <p:cNvSpPr/>
          <p:nvPr/>
        </p:nvSpPr>
        <p:spPr>
          <a:xfrm>
            <a:off x="32670000" y="16020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76" name="名牌金线23"/>
          <p:cNvSpPr/>
          <p:nvPr/>
        </p:nvSpPr>
        <p:spPr>
          <a:xfrm>
            <a:off x="32670000" y="16020000"/>
            <a:ext cx="5040000" cy="54000"/>
          </a:xfrm>
          <a:prstGeom prst="rect">
            <a:avLst/>
          </a:prstGeom>
          <a:solidFill>
            <a:srgbClr val="FFDC8C"/>
          </a:solidFill>
          <a:ln>
            <a:noFill/>
          </a:ln>
        </p:spPr>
        <p:txBody>
          <a:bodyPr rtlCol="0" anchor="ctr"/>
          <a:lstStyle/>
          <a:p>
            <a:pPr algn="ctr"/>
          </a:p>
        </p:txBody>
      </p:sp>
      <p:sp>
        <p:nvSpPr>
          <p:cNvPr id="77" name="名牌23"/>
          <p:cNvSpPr txBox="1"/>
          <p:nvPr/>
        </p:nvSpPr>
        <p:spPr>
          <a:xfrm>
            <a:off x="32670000" y="16074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人员23</a:t>
            </a:r>
          </a:p>
          <a:p>
            <a:pPr algn="ctr"/>
            <a:r>
              <a:rPr sz="2692" b="0">
                <a:solidFill>
                  <a:srgbClr val="FFF1D6"/>
                </a:solidFill>
                <a:latin typeface="Microsoft YaHei"/>
                <a:ea typeface="微软雅黑"/>
              </a:rPr>
              <a:t>单位待补充</a:t>
            </a:r>
          </a:p>
        </p:txBody>
      </p:sp>
      <p:sp>
        <p:nvSpPr>
          <p:cNvPr id="78" name="热区23">
            <a:hlinkClick action="ppaction://hlinksldjump" r:id="rId13"/>
          </p:cNvPr>
          <p:cNvSpPr/>
          <p:nvPr/>
        </p:nvSpPr>
        <p:spPr>
          <a:xfrm>
            <a:off x="32580000" y="12114000"/>
            <a:ext cx="5220000" cy="5256000"/>
          </a:xfrm>
          <a:prstGeom prst="rect">
            <a:avLst/>
          </a:prstGeom>
          <a:solidFill>
            <a:srgbClr val="000000">
              <a:alpha val="0"/>
            </a:srgbClr>
          </a:solidFill>
          <a:ln>
            <a:noFill/>
          </a:ln>
        </p:spPr>
        <p:txBody>
          <a:bodyPr rtlCol="0" anchor="ctr"/>
          <a:lstStyle/>
          <a:p>
            <a:pPr algn="ctr"/>
          </a:p>
        </p:txBody>
      </p:sp>
      <p:sp>
        <p:nvSpPr>
          <p:cNvPr id="79" name="卡框24"/>
          <p:cNvSpPr/>
          <p:nvPr/>
        </p:nvSpPr>
        <p:spPr>
          <a:xfrm>
            <a:off x="39240000" y="12114000"/>
            <a:ext cx="5220000" cy="5256000"/>
          </a:xfrm>
          <a:prstGeom prst="roundRect">
            <a:avLst>
              <a:gd name="adj" fmla="val 4137"/>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80" name="衬纸24"/>
          <p:cNvSpPr/>
          <p:nvPr/>
        </p:nvSpPr>
        <p:spPr>
          <a:xfrm>
            <a:off x="39330000" y="12204000"/>
            <a:ext cx="5040000" cy="3816000"/>
          </a:xfrm>
          <a:prstGeom prst="rect">
            <a:avLst/>
          </a:prstGeom>
          <a:solidFill>
            <a:srgbClr val="FFFAF0"/>
          </a:solidFill>
          <a:ln>
            <a:noFill/>
          </a:ln>
        </p:spPr>
        <p:txBody>
          <a:bodyPr rtlCol="0" anchor="ctr"/>
          <a:lstStyle/>
          <a:p>
            <a:pPr algn="ctr"/>
          </a:p>
        </p:txBody>
      </p:sp>
      <p:pic>
        <p:nvPicPr>
          <p:cNvPr id="81" name="!!p24" descr="image.jpg"/>
          <p:cNvPicPr>
            <a:picLocks noChangeAspect="1"/>
          </p:cNvPicPr>
          <p:nvPr/>
        </p:nvPicPr>
        <p:blipFill>
          <a:blip r:embed="rId2"/>
          <a:srcRect/>
          <a:stretch>
            <a:fillRect/>
          </a:stretch>
        </p:blipFill>
        <p:spPr>
          <a:xfrm>
            <a:off x="39420000" y="12294000"/>
            <a:ext cx="4860000" cy="3636000"/>
          </a:xfrm>
          <a:prstGeom prst="rect">
            <a:avLst/>
          </a:prstGeom>
        </p:spPr>
      </p:pic>
      <p:sp>
        <p:nvSpPr>
          <p:cNvPr id="82" name="名牌底24"/>
          <p:cNvSpPr/>
          <p:nvPr/>
        </p:nvSpPr>
        <p:spPr>
          <a:xfrm>
            <a:off x="39330000" y="16020000"/>
            <a:ext cx="5040000" cy="1260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83" name="名牌金线24"/>
          <p:cNvSpPr/>
          <p:nvPr/>
        </p:nvSpPr>
        <p:spPr>
          <a:xfrm>
            <a:off x="39330000" y="16020000"/>
            <a:ext cx="5040000" cy="54000"/>
          </a:xfrm>
          <a:prstGeom prst="rect">
            <a:avLst/>
          </a:prstGeom>
          <a:solidFill>
            <a:srgbClr val="FFDC8C"/>
          </a:solidFill>
          <a:ln>
            <a:noFill/>
          </a:ln>
        </p:spPr>
        <p:txBody>
          <a:bodyPr rtlCol="0" anchor="ctr"/>
          <a:lstStyle/>
          <a:p>
            <a:pPr algn="ctr"/>
          </a:p>
        </p:txBody>
      </p:sp>
      <p:sp>
        <p:nvSpPr>
          <p:cNvPr id="84" name="名牌24"/>
          <p:cNvSpPr txBox="1"/>
          <p:nvPr/>
        </p:nvSpPr>
        <p:spPr>
          <a:xfrm>
            <a:off x="39330000" y="16074000"/>
            <a:ext cx="5040000" cy="1206000"/>
          </a:xfrm>
          <a:prstGeom prst="rect">
            <a:avLst/>
          </a:prstGeom>
          <a:noFill/>
        </p:spPr>
        <p:txBody>
          <a:bodyPr wrap="square" lIns="0" rIns="0" tIns="0" bIns="0" anchor="ctr">
            <a:noAutofit/>
          </a:bodyPr>
          <a:lstStyle/>
          <a:p>
            <a:pPr algn="ctr"/>
            <a:r>
              <a:rPr sz="4535" b="1">
                <a:solidFill>
                  <a:srgbClr val="FFD27A"/>
                </a:solidFill>
                <a:latin typeface="Microsoft YaHei"/>
                <a:ea typeface="微软雅黑"/>
              </a:rPr>
              <a:t>人员24</a:t>
            </a:r>
          </a:p>
          <a:p>
            <a:pPr algn="ctr"/>
            <a:r>
              <a:rPr sz="2692" b="0">
                <a:solidFill>
                  <a:srgbClr val="FFF1D6"/>
                </a:solidFill>
                <a:latin typeface="Microsoft YaHei"/>
                <a:ea typeface="微软雅黑"/>
              </a:rPr>
              <a:t>单位待补充</a:t>
            </a:r>
          </a:p>
        </p:txBody>
      </p:sp>
      <p:sp>
        <p:nvSpPr>
          <p:cNvPr id="85" name="热区24">
            <a:hlinkClick action="ppaction://hlinksldjump" r:id="rId14"/>
          </p:cNvPr>
          <p:cNvSpPr/>
          <p:nvPr/>
        </p:nvSpPr>
        <p:spPr>
          <a:xfrm>
            <a:off x="39240000" y="12114000"/>
            <a:ext cx="5220000" cy="5256000"/>
          </a:xfrm>
          <a:prstGeom prst="rect">
            <a:avLst/>
          </a:prstGeom>
          <a:solidFill>
            <a:srgbClr val="000000">
              <a:alpha val="0"/>
            </a:srgbClr>
          </a:solidFill>
          <a:ln>
            <a:noFill/>
          </a:ln>
        </p:spPr>
        <p:txBody>
          <a:bodyPr rtlCol="0" anchor="ctr"/>
          <a:lstStyle/>
          <a:p>
            <a:pPr algn="ctr"/>
          </a:p>
        </p:txBody>
      </p:sp>
      <p:sp>
        <p:nvSpPr>
          <p:cNvPr id="86" name="上一页底"/>
          <p:cNvSpPr/>
          <p:nvPr/>
        </p:nvSpPr>
        <p:spPr>
          <a:xfrm>
            <a:off x="720000" y="16830000"/>
            <a:ext cx="3420000" cy="900000"/>
          </a:xfrm>
          <a:prstGeom prst="roundRect">
            <a:avLst>
              <a:gd name="adj" fmla="val 50000"/>
            </a:avLst>
          </a:prstGeom>
          <a:solidFill>
            <a:srgbClr val="3A0306">
              <a:alpha val="55000"/>
            </a:srgbClr>
          </a:solidFill>
          <a:ln w="36000">
            <a:solidFill>
              <a:srgbClr val="FFD27A"/>
            </a:solidFill>
          </a:ln>
        </p:spPr>
        <p:txBody>
          <a:bodyPr rtlCol="0" anchor="ctr"/>
          <a:lstStyle/>
          <a:p>
            <a:pPr algn="ctr"/>
          </a:p>
        </p:txBody>
      </p:sp>
      <p:sp>
        <p:nvSpPr>
          <p:cNvPr id="87" name="上一页字"/>
          <p:cNvSpPr txBox="1"/>
          <p:nvPr/>
        </p:nvSpPr>
        <p:spPr>
          <a:xfrm>
            <a:off x="720000" y="16830000"/>
            <a:ext cx="3420000" cy="900000"/>
          </a:xfrm>
          <a:prstGeom prst="rect">
            <a:avLst/>
          </a:prstGeom>
          <a:noFill/>
        </p:spPr>
        <p:txBody>
          <a:bodyPr wrap="square" lIns="0" rIns="0" tIns="0" bIns="0" anchor="ctr">
            <a:noAutofit/>
          </a:bodyPr>
          <a:lstStyle/>
          <a:p>
            <a:pPr algn="ctr"/>
            <a:r>
              <a:rPr sz="3685" b="0" spc="368">
                <a:solidFill>
                  <a:srgbClr val="FFD27A"/>
                </a:solidFill>
                <a:latin typeface="Microsoft YaHei"/>
                <a:ea typeface="微软雅黑"/>
              </a:rPr>
              <a:t>‹ 上一页</a:t>
            </a:r>
          </a:p>
        </p:txBody>
      </p:sp>
      <p:sp>
        <p:nvSpPr>
          <p:cNvPr id="88" name="上一页">
            <a:hlinkClick action="ppaction://hlinksldjump" r:id="rId15"/>
          </p:cNvPr>
          <p:cNvSpPr/>
          <p:nvPr/>
        </p:nvSpPr>
        <p:spPr>
          <a:xfrm>
            <a:off x="720000" y="16830000"/>
            <a:ext cx="3420000" cy="9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3"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3"/>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3"/>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3"/>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3"/>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人员13</a:t>
            </a:r>
          </a:p>
        </p:txBody>
      </p:sp>
      <p:sp>
        <p:nvSpPr>
          <p:cNvPr id="29" name="分隔左13"/>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3"/>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3"/>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3"/>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3"/>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3"/>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3"/>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3"/>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3"/>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3"/>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3"/>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3">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4"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4"/>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4"/>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4"/>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4"/>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人员14</a:t>
            </a:r>
          </a:p>
        </p:txBody>
      </p:sp>
      <p:sp>
        <p:nvSpPr>
          <p:cNvPr id="29" name="分隔左14"/>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4"/>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4"/>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4"/>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4"/>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4"/>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4"/>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4"/>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4"/>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4"/>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4"/>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4">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5"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5"/>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5"/>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5"/>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5"/>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人员15</a:t>
            </a:r>
          </a:p>
        </p:txBody>
      </p:sp>
      <p:sp>
        <p:nvSpPr>
          <p:cNvPr id="29" name="分隔左15"/>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5"/>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5"/>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5"/>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5"/>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5"/>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5"/>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5"/>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5"/>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5"/>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5"/>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5">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6"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6"/>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6"/>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6"/>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6"/>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人员16</a:t>
            </a:r>
          </a:p>
        </p:txBody>
      </p:sp>
      <p:sp>
        <p:nvSpPr>
          <p:cNvPr id="29" name="分隔左16"/>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6"/>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6"/>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6"/>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6"/>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6"/>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6"/>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6"/>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6"/>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6"/>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6"/>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6">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7"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7"/>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7"/>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7"/>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7"/>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人员17</a:t>
            </a:r>
          </a:p>
        </p:txBody>
      </p:sp>
      <p:sp>
        <p:nvSpPr>
          <p:cNvPr id="29" name="分隔左17"/>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7"/>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7"/>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7"/>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7"/>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7"/>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7"/>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7"/>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7"/>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7"/>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7"/>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7">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8"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8"/>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8"/>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8"/>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8"/>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人员18</a:t>
            </a:r>
          </a:p>
        </p:txBody>
      </p:sp>
      <p:sp>
        <p:nvSpPr>
          <p:cNvPr id="29" name="分隔左18"/>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8"/>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8"/>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8"/>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8"/>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8"/>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8"/>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8"/>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8"/>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8"/>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8"/>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8">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9"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9"/>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9"/>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9"/>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9"/>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人员19</a:t>
            </a:r>
          </a:p>
        </p:txBody>
      </p:sp>
      <p:sp>
        <p:nvSpPr>
          <p:cNvPr id="29" name="分隔左19"/>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9"/>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9"/>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9"/>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9"/>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9"/>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9"/>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9"/>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9"/>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9"/>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9"/>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9">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0"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0"/>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0"/>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0"/>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0"/>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人员20</a:t>
            </a:r>
          </a:p>
        </p:txBody>
      </p:sp>
      <p:sp>
        <p:nvSpPr>
          <p:cNvPr id="29" name="分隔左20"/>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0"/>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0"/>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0"/>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0"/>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0"/>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0"/>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0"/>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0"/>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0"/>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0"/>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0">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1"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1"/>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1"/>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1"/>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1"/>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人员21</a:t>
            </a:r>
          </a:p>
        </p:txBody>
      </p:sp>
      <p:sp>
        <p:nvSpPr>
          <p:cNvPr id="29" name="分隔左21"/>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1"/>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1"/>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1"/>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1"/>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1"/>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1"/>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1"/>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1"/>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1"/>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1"/>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1">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2"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2"/>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2"/>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2"/>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2"/>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人员22</a:t>
            </a:r>
          </a:p>
        </p:txBody>
      </p:sp>
      <p:sp>
        <p:nvSpPr>
          <p:cNvPr id="29" name="分隔左22"/>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2"/>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2"/>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2"/>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2"/>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2"/>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2"/>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2"/>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2"/>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2"/>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2"/>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2">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3"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3"/>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3"/>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3"/>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3"/>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人员23</a:t>
            </a:r>
          </a:p>
        </p:txBody>
      </p:sp>
      <p:sp>
        <p:nvSpPr>
          <p:cNvPr id="29" name="分隔左23"/>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3"/>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3"/>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3"/>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3"/>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3"/>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3"/>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3"/>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3"/>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3"/>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3"/>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3">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4"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4"/>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4"/>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4"/>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4"/>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人员24</a:t>
            </a:r>
          </a:p>
        </p:txBody>
      </p:sp>
      <p:sp>
        <p:nvSpPr>
          <p:cNvPr id="29" name="分隔左24"/>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4"/>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4"/>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4"/>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4"/>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4"/>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4"/>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4"/>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4"/>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4"/>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4"/>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4">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