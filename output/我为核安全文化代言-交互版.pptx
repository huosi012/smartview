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50400000" cy="180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showPr>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页（共 3 页）。点照片放大；翻页笔“下一页”按顺序放大；放映中输入页码再按回车可直接跳转：</a:t>
            </a:r>
          </a:p>
          <a:p>
            <a:r>
              <a:t>第 2 张幻灯片：第 1 位 刘明利（技术支持处）</a:t>
            </a:r>
          </a:p>
          <a:p>
            <a:r>
              <a:t>第 3 张幻灯片：第 2 位 张岩（运行一处）</a:t>
            </a:r>
          </a:p>
          <a:p>
            <a:r>
              <a:t>第 4 张幻灯片：第 3 位 杨帆（化学环保处）</a:t>
            </a:r>
          </a:p>
          <a:p>
            <a:r>
              <a:t>第 5 张幻灯片：第 4 位 庞立成（运行二处）</a:t>
            </a:r>
          </a:p>
          <a:p>
            <a:r>
              <a:t>第 6 张幻灯片：第 5 位 于海青（上海申亿）</a:t>
            </a:r>
          </a:p>
          <a:p>
            <a:r>
              <a:t>第 7 张幻灯片：第 6 位 潘绍卓（运行一处）</a:t>
            </a:r>
          </a:p>
          <a:p>
            <a:r>
              <a:t>第 8 张幻灯片：第 7 位 成鹏飞（中核凯利）</a:t>
            </a:r>
          </a:p>
          <a:p>
            <a:r>
              <a:t>第 9 张幻灯片：第 8 位 何韶然（运行二处）</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位：刘明利（技术支持处）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位：张岩（运行一处）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位：杨帆（化学环保处）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位：庞立成（运行二处）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位：于海青（上海申亿）</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位：潘绍卓（运行一处）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位：成鹏飞（中核凯利）</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位：何韶然（运行二处）</a:t>
            </a:r>
          </a:p>
          <a:p>
            <a:r>
              <a:t>点任意处回到第 1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页（共 3 页）。点照片放大；翻页笔“下一页”按顺序放大；放映中输入页码再按回车可直接跳转：</a:t>
            </a:r>
          </a:p>
          <a:p>
            <a:r>
              <a:t>第 11 张幻灯片：第 9 位 人员09（单位待补充）</a:t>
            </a:r>
          </a:p>
          <a:p>
            <a:r>
              <a:t>第 12 张幻灯片：第 10 位 人员10（单位待补充）</a:t>
            </a:r>
          </a:p>
          <a:p>
            <a:r>
              <a:t>第 13 张幻灯片：第 11 位 人员11（单位待补充）</a:t>
            </a:r>
          </a:p>
          <a:p>
            <a:r>
              <a:t>第 14 张幻灯片：第 12 位 人员12（单位待补充）</a:t>
            </a:r>
          </a:p>
          <a:p>
            <a:r>
              <a:t>第 15 张幻灯片：第 13 位 人员13（单位待补充）</a:t>
            </a:r>
          </a:p>
          <a:p>
            <a:r>
              <a:t>第 16 张幻灯片：第 14 位 人员14（单位待补充）</a:t>
            </a:r>
          </a:p>
          <a:p>
            <a:r>
              <a:t>第 17 张幻灯片：第 15 位 人员15（单位待补充）</a:t>
            </a:r>
          </a:p>
          <a:p>
            <a:r>
              <a:t>第 18 张幻灯片：第 16 位 人员16（单位待补充）</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位：人员09（单位待补充）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位：人员10（单位待补充）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位：人员11（单位待补充）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位：人员12（单位待补充）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位：人员13（单位待补充）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位：人员14（单位待补充）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位：人员15（单位待补充）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位：人员16（单位待补充）</a:t>
            </a:r>
          </a:p>
          <a:p>
            <a:r>
              <a:t>点任意处回到第 2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页（共 3 页）。点照片放大；翻页笔“下一页”按顺序放大；放映中输入页码再按回车可直接跳转：</a:t>
            </a:r>
          </a:p>
          <a:p>
            <a:r>
              <a:t>第 20 张幻灯片：第 17 位 人员17（单位待补充）</a:t>
            </a:r>
          </a:p>
          <a:p>
            <a:r>
              <a:t>第 21 张幻灯片：第 18 位 人员18（单位待补充）</a:t>
            </a:r>
          </a:p>
          <a:p>
            <a:r>
              <a:t>第 22 张幻灯片：第 19 位 人员19（单位待补充）</a:t>
            </a:r>
          </a:p>
          <a:p>
            <a:r>
              <a:t>第 23 张幻灯片：第 20 位 人员20（单位待补充）</a:t>
            </a:r>
          </a:p>
          <a:p>
            <a:r>
              <a:t>第 24 张幻灯片：第 21 位 人员21（单位待补充）</a:t>
            </a:r>
          </a:p>
          <a:p>
            <a:r>
              <a:t>第 25 张幻灯片：第 22 位 人员22（单位待补充）</a:t>
            </a:r>
          </a:p>
          <a:p>
            <a:r>
              <a:t>第 26 张幻灯片：第 23 位 人员23（单位待补充）</a:t>
            </a:r>
          </a:p>
          <a:p>
            <a:r>
              <a:t>第 27 张幻灯片：第 24 位 人员24（单位待补充）</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17 位：人员17（单位待补充）</a:t>
            </a:r>
          </a:p>
          <a:p>
            <a:r>
              <a:t>点任意处回到第 3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18 位：人员18（单位待补充）</a:t>
            </a:r>
          </a:p>
          <a:p>
            <a:r>
              <a:t>点任意处回到第 3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19 位：人员19（单位待补充）</a:t>
            </a:r>
          </a:p>
          <a:p>
            <a:r>
              <a:t>点任意处回到第 3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20 位：人员20（单位待补充）</a:t>
            </a:r>
          </a:p>
          <a:p>
            <a:r>
              <a:t>点任意处回到第 3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21 位：人员21（单位待补充）</a:t>
            </a:r>
          </a:p>
          <a:p>
            <a:r>
              <a:t>点任意处回到第 3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22 位：人员22（单位待补充）</a:t>
            </a:r>
          </a:p>
          <a:p>
            <a:r>
              <a:t>点任意处回到第 3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23 位：人员23（单位待补充）</a:t>
            </a:r>
          </a:p>
          <a:p>
            <a:r>
              <a:t>点任意处回到第 3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24 位：人员24（单位待补充）</a:t>
            </a:r>
          </a:p>
          <a:p>
            <a:r>
              <a:t>点任意处回到第 3 页；翻页笔“下一页”放大下一位。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slide" Target="slide2.xml"/><Relationship Id="rId4" Type="http://schemas.openxmlformats.org/officeDocument/2006/relationships/image" Target="../media/image3.jpg"/><Relationship Id="rId5" Type="http://schemas.openxmlformats.org/officeDocument/2006/relationships/slide" Target="slide3.xml"/><Relationship Id="rId6" Type="http://schemas.openxmlformats.org/officeDocument/2006/relationships/image" Target="../media/image4.jpg"/><Relationship Id="rId7" Type="http://schemas.openxmlformats.org/officeDocument/2006/relationships/slide" Target="slide4.xml"/><Relationship Id="rId8" Type="http://schemas.openxmlformats.org/officeDocument/2006/relationships/image" Target="../media/image5.jpg"/><Relationship Id="rId9" Type="http://schemas.openxmlformats.org/officeDocument/2006/relationships/slide" Target="slide5.xml"/><Relationship Id="rId10" Type="http://schemas.openxmlformats.org/officeDocument/2006/relationships/image" Target="../media/image6.jpg"/><Relationship Id="rId11" Type="http://schemas.openxmlformats.org/officeDocument/2006/relationships/slide" Target="slide6.xml"/><Relationship Id="rId12" Type="http://schemas.openxmlformats.org/officeDocument/2006/relationships/image" Target="../media/image7.jpg"/><Relationship Id="rId13" Type="http://schemas.openxmlformats.org/officeDocument/2006/relationships/slide" Target="slide7.xml"/><Relationship Id="rId14" Type="http://schemas.openxmlformats.org/officeDocument/2006/relationships/image" Target="../media/image8.jpg"/><Relationship Id="rId15" Type="http://schemas.openxmlformats.org/officeDocument/2006/relationships/slide" Target="slide8.xml"/><Relationship Id="rId16" Type="http://schemas.openxmlformats.org/officeDocument/2006/relationships/image" Target="../media/image9.jpg"/><Relationship Id="rId17" Type="http://schemas.openxmlformats.org/officeDocument/2006/relationships/slide" Target="slide9.xml"/><Relationship Id="rId18" Type="http://schemas.openxmlformats.org/officeDocument/2006/relationships/slide" Target="slide10.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slide" Target="slide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slide" Target="slide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slide" Target="slide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slide" Target="slide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slide" Target="slide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slide" Target="slide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slide" Target="slide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slide" Target="slide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1.xml"/><Relationship Id="rId4" Type="http://schemas.openxmlformats.org/officeDocument/2006/relationships/slide" Target="slide12.xml"/><Relationship Id="rId5" Type="http://schemas.openxmlformats.org/officeDocument/2006/relationships/slide" Target="slide13.xml"/><Relationship Id="rId6" Type="http://schemas.openxmlformats.org/officeDocument/2006/relationships/slide" Target="slide14.xml"/><Relationship Id="rId7" Type="http://schemas.openxmlformats.org/officeDocument/2006/relationships/slide" Target="slide15.xml"/><Relationship Id="rId8" Type="http://schemas.openxmlformats.org/officeDocument/2006/relationships/slide" Target="slide16.xml"/><Relationship Id="rId9" Type="http://schemas.openxmlformats.org/officeDocument/2006/relationships/slide" Target="slide17.xml"/><Relationship Id="rId10" Type="http://schemas.openxmlformats.org/officeDocument/2006/relationships/slide" Target="slide18.xml"/><Relationship Id="rId11" Type="http://schemas.openxmlformats.org/officeDocument/2006/relationships/slide" Target="slide1.xml"/><Relationship Id="rId12" Type="http://schemas.openxmlformats.org/officeDocument/2006/relationships/slide" Target="slide19.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0.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0.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0.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0.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0.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0.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0.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0.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 Id="rId6" Type="http://schemas.openxmlformats.org/officeDocument/2006/relationships/slide" Target="slide23.xml"/><Relationship Id="rId7" Type="http://schemas.openxmlformats.org/officeDocument/2006/relationships/slide" Target="slide24.xml"/><Relationship Id="rId8" Type="http://schemas.openxmlformats.org/officeDocument/2006/relationships/slide" Target="slide25.xml"/><Relationship Id="rId9" Type="http://schemas.openxmlformats.org/officeDocument/2006/relationships/slide" Target="slide26.xml"/><Relationship Id="rId10" Type="http://schemas.openxmlformats.org/officeDocument/2006/relationships/slide" Target="slide27.xml"/><Relationship Id="rId11" Type="http://schemas.openxmlformats.org/officeDocument/2006/relationships/slide" Target="slide10.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9.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9.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9.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9.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9.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9.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9.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slide" Target="slide19.xml"/><Relationship Id="rId4"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卡框1"/>
          <p:cNvSpPr/>
          <p:nvPr/>
        </p:nvSpPr>
        <p:spPr>
          <a:xfrm>
            <a:off x="99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3" name="衬纸1"/>
          <p:cNvSpPr/>
          <p:nvPr/>
        </p:nvSpPr>
        <p:spPr>
          <a:xfrm>
            <a:off x="1080000" y="7650000"/>
            <a:ext cx="5400000" cy="4104000"/>
          </a:xfrm>
          <a:prstGeom prst="rect">
            <a:avLst/>
          </a:prstGeom>
          <a:solidFill>
            <a:srgbClr val="FFFAF0"/>
          </a:solidFill>
          <a:ln>
            <a:noFill/>
          </a:ln>
        </p:spPr>
        <p:txBody>
          <a:bodyPr rtlCol="0" anchor="ctr"/>
          <a:lstStyle/>
          <a:p>
            <a:pPr algn="ctr"/>
          </a:p>
        </p:txBody>
      </p:sp>
      <p:pic>
        <p:nvPicPr>
          <p:cNvPr id="4" name="!!p1" descr="image.jpg"/>
          <p:cNvPicPr>
            <a:picLocks noChangeAspect="1"/>
          </p:cNvPicPr>
          <p:nvPr/>
        </p:nvPicPr>
        <p:blipFill>
          <a:blip r:embed="rId2"/>
          <a:srcRect t="12536" b="29251"/>
          <a:stretch>
            <a:fillRect/>
          </a:stretch>
        </p:blipFill>
        <p:spPr>
          <a:xfrm>
            <a:off x="1170000" y="7740000"/>
            <a:ext cx="5220000" cy="3924000"/>
          </a:xfrm>
          <a:prstGeom prst="rect">
            <a:avLst/>
          </a:prstGeom>
        </p:spPr>
      </p:pic>
      <p:sp>
        <p:nvSpPr>
          <p:cNvPr id="5" name="名牌底1"/>
          <p:cNvSpPr/>
          <p:nvPr/>
        </p:nvSpPr>
        <p:spPr>
          <a:xfrm>
            <a:off x="108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6" name="名牌金线1"/>
          <p:cNvSpPr/>
          <p:nvPr/>
        </p:nvSpPr>
        <p:spPr>
          <a:xfrm>
            <a:off x="1080000" y="11754000"/>
            <a:ext cx="5400000" cy="54000"/>
          </a:xfrm>
          <a:prstGeom prst="rect">
            <a:avLst/>
          </a:prstGeom>
          <a:solidFill>
            <a:srgbClr val="FFDC8C"/>
          </a:solidFill>
          <a:ln>
            <a:noFill/>
          </a:ln>
        </p:spPr>
        <p:txBody>
          <a:bodyPr rtlCol="0" anchor="ctr"/>
          <a:lstStyle/>
          <a:p>
            <a:pPr algn="ctr"/>
          </a:p>
        </p:txBody>
      </p:sp>
      <p:sp>
        <p:nvSpPr>
          <p:cNvPr id="7" name="名牌1"/>
          <p:cNvSpPr txBox="1"/>
          <p:nvPr/>
        </p:nvSpPr>
        <p:spPr>
          <a:xfrm>
            <a:off x="108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刘明利</a:t>
            </a:r>
          </a:p>
          <a:p>
            <a:pPr algn="ctr"/>
            <a:r>
              <a:rPr sz="3259" b="0">
                <a:solidFill>
                  <a:srgbClr val="FFF1D6"/>
                </a:solidFill>
                <a:latin typeface="Microsoft YaHei"/>
                <a:ea typeface="微软雅黑"/>
              </a:rPr>
              <a:t>技术支持处</a:t>
            </a:r>
          </a:p>
        </p:txBody>
      </p:sp>
      <p:sp>
        <p:nvSpPr>
          <p:cNvPr id="8" name="热区1">
            <a:hlinkClick action="ppaction://hlinksldjump" r:id="rId3"/>
          </p:cNvPr>
          <p:cNvSpPr/>
          <p:nvPr/>
        </p:nvSpPr>
        <p:spPr>
          <a:xfrm>
            <a:off x="990000" y="7560000"/>
            <a:ext cx="5580000" cy="5832000"/>
          </a:xfrm>
          <a:prstGeom prst="rect">
            <a:avLst/>
          </a:prstGeom>
          <a:solidFill>
            <a:srgbClr val="000000">
              <a:alpha val="0"/>
            </a:srgbClr>
          </a:solidFill>
          <a:ln>
            <a:noFill/>
          </a:ln>
        </p:spPr>
        <p:txBody>
          <a:bodyPr rtlCol="0" anchor="ctr"/>
          <a:lstStyle/>
          <a:p>
            <a:pPr algn="ctr"/>
          </a:p>
        </p:txBody>
      </p:sp>
      <p:sp>
        <p:nvSpPr>
          <p:cNvPr id="9" name="卡框2"/>
          <p:cNvSpPr/>
          <p:nvPr/>
        </p:nvSpPr>
        <p:spPr>
          <a:xfrm>
            <a:off x="711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0" name="衬纸2"/>
          <p:cNvSpPr/>
          <p:nvPr/>
        </p:nvSpPr>
        <p:spPr>
          <a:xfrm>
            <a:off x="7200000" y="7650000"/>
            <a:ext cx="5400000" cy="4104000"/>
          </a:xfrm>
          <a:prstGeom prst="rect">
            <a:avLst/>
          </a:prstGeom>
          <a:solidFill>
            <a:srgbClr val="FFFAF0"/>
          </a:solidFill>
          <a:ln>
            <a:noFill/>
          </a:ln>
        </p:spPr>
        <p:txBody>
          <a:bodyPr rtlCol="0" anchor="ctr"/>
          <a:lstStyle/>
          <a:p>
            <a:pPr algn="ctr"/>
          </a:p>
        </p:txBody>
      </p:sp>
      <p:pic>
        <p:nvPicPr>
          <p:cNvPr id="11" name="!!p2" descr="image.jpg"/>
          <p:cNvPicPr>
            <a:picLocks noChangeAspect="1"/>
          </p:cNvPicPr>
          <p:nvPr/>
        </p:nvPicPr>
        <p:blipFill>
          <a:blip r:embed="rId4"/>
          <a:srcRect t="12536" b="29251"/>
          <a:stretch>
            <a:fillRect/>
          </a:stretch>
        </p:blipFill>
        <p:spPr>
          <a:xfrm>
            <a:off x="7290000" y="7740000"/>
            <a:ext cx="5220000" cy="3924000"/>
          </a:xfrm>
          <a:prstGeom prst="rect">
            <a:avLst/>
          </a:prstGeom>
        </p:spPr>
      </p:pic>
      <p:sp>
        <p:nvSpPr>
          <p:cNvPr id="12" name="名牌底2"/>
          <p:cNvSpPr/>
          <p:nvPr/>
        </p:nvSpPr>
        <p:spPr>
          <a:xfrm>
            <a:off x="720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13" name="名牌金线2"/>
          <p:cNvSpPr/>
          <p:nvPr/>
        </p:nvSpPr>
        <p:spPr>
          <a:xfrm>
            <a:off x="7200000" y="11754000"/>
            <a:ext cx="5400000" cy="54000"/>
          </a:xfrm>
          <a:prstGeom prst="rect">
            <a:avLst/>
          </a:prstGeom>
          <a:solidFill>
            <a:srgbClr val="FFDC8C"/>
          </a:solidFill>
          <a:ln>
            <a:noFill/>
          </a:ln>
        </p:spPr>
        <p:txBody>
          <a:bodyPr rtlCol="0" anchor="ctr"/>
          <a:lstStyle/>
          <a:p>
            <a:pPr algn="ctr"/>
          </a:p>
        </p:txBody>
      </p:sp>
      <p:sp>
        <p:nvSpPr>
          <p:cNvPr id="14" name="名牌2"/>
          <p:cNvSpPr txBox="1"/>
          <p:nvPr/>
        </p:nvSpPr>
        <p:spPr>
          <a:xfrm>
            <a:off x="720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张岩</a:t>
            </a:r>
          </a:p>
          <a:p>
            <a:pPr algn="ctr"/>
            <a:r>
              <a:rPr sz="3259" b="0">
                <a:solidFill>
                  <a:srgbClr val="FFF1D6"/>
                </a:solidFill>
                <a:latin typeface="Microsoft YaHei"/>
                <a:ea typeface="微软雅黑"/>
              </a:rPr>
              <a:t>运行一处</a:t>
            </a:r>
          </a:p>
        </p:txBody>
      </p:sp>
      <p:sp>
        <p:nvSpPr>
          <p:cNvPr id="15" name="热区2">
            <a:hlinkClick action="ppaction://hlinksldjump" r:id="rId5"/>
          </p:cNvPr>
          <p:cNvSpPr/>
          <p:nvPr/>
        </p:nvSpPr>
        <p:spPr>
          <a:xfrm>
            <a:off x="7110000" y="7560000"/>
            <a:ext cx="5580000" cy="5832000"/>
          </a:xfrm>
          <a:prstGeom prst="rect">
            <a:avLst/>
          </a:prstGeom>
          <a:solidFill>
            <a:srgbClr val="000000">
              <a:alpha val="0"/>
            </a:srgbClr>
          </a:solidFill>
          <a:ln>
            <a:noFill/>
          </a:ln>
        </p:spPr>
        <p:txBody>
          <a:bodyPr rtlCol="0" anchor="ctr"/>
          <a:lstStyle/>
          <a:p>
            <a:pPr algn="ctr"/>
          </a:p>
        </p:txBody>
      </p:sp>
      <p:sp>
        <p:nvSpPr>
          <p:cNvPr id="16" name="卡框3"/>
          <p:cNvSpPr/>
          <p:nvPr/>
        </p:nvSpPr>
        <p:spPr>
          <a:xfrm>
            <a:off x="1323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7" name="衬纸3"/>
          <p:cNvSpPr/>
          <p:nvPr/>
        </p:nvSpPr>
        <p:spPr>
          <a:xfrm>
            <a:off x="13320000" y="7650000"/>
            <a:ext cx="5400000" cy="4104000"/>
          </a:xfrm>
          <a:prstGeom prst="rect">
            <a:avLst/>
          </a:prstGeom>
          <a:solidFill>
            <a:srgbClr val="FFFAF0"/>
          </a:solidFill>
          <a:ln>
            <a:noFill/>
          </a:ln>
        </p:spPr>
        <p:txBody>
          <a:bodyPr rtlCol="0" anchor="ctr"/>
          <a:lstStyle/>
          <a:p>
            <a:pPr algn="ctr"/>
          </a:p>
        </p:txBody>
      </p:sp>
      <p:pic>
        <p:nvPicPr>
          <p:cNvPr id="18" name="!!p3" descr="image.jpg"/>
          <p:cNvPicPr>
            <a:picLocks noChangeAspect="1"/>
          </p:cNvPicPr>
          <p:nvPr/>
        </p:nvPicPr>
        <p:blipFill>
          <a:blip r:embed="rId6"/>
          <a:srcRect t="12536" b="29251"/>
          <a:stretch>
            <a:fillRect/>
          </a:stretch>
        </p:blipFill>
        <p:spPr>
          <a:xfrm>
            <a:off x="13410000" y="7740000"/>
            <a:ext cx="5220000" cy="3924000"/>
          </a:xfrm>
          <a:prstGeom prst="rect">
            <a:avLst/>
          </a:prstGeom>
        </p:spPr>
      </p:pic>
      <p:sp>
        <p:nvSpPr>
          <p:cNvPr id="19" name="名牌底3"/>
          <p:cNvSpPr/>
          <p:nvPr/>
        </p:nvSpPr>
        <p:spPr>
          <a:xfrm>
            <a:off x="1332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20" name="名牌金线3"/>
          <p:cNvSpPr/>
          <p:nvPr/>
        </p:nvSpPr>
        <p:spPr>
          <a:xfrm>
            <a:off x="13320000" y="11754000"/>
            <a:ext cx="5400000" cy="54000"/>
          </a:xfrm>
          <a:prstGeom prst="rect">
            <a:avLst/>
          </a:prstGeom>
          <a:solidFill>
            <a:srgbClr val="FFDC8C"/>
          </a:solidFill>
          <a:ln>
            <a:noFill/>
          </a:ln>
        </p:spPr>
        <p:txBody>
          <a:bodyPr rtlCol="0" anchor="ctr"/>
          <a:lstStyle/>
          <a:p>
            <a:pPr algn="ctr"/>
          </a:p>
        </p:txBody>
      </p:sp>
      <p:sp>
        <p:nvSpPr>
          <p:cNvPr id="21" name="名牌3"/>
          <p:cNvSpPr txBox="1"/>
          <p:nvPr/>
        </p:nvSpPr>
        <p:spPr>
          <a:xfrm>
            <a:off x="1332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杨帆</a:t>
            </a:r>
          </a:p>
          <a:p>
            <a:pPr algn="ctr"/>
            <a:r>
              <a:rPr sz="3259" b="0">
                <a:solidFill>
                  <a:srgbClr val="FFF1D6"/>
                </a:solidFill>
                <a:latin typeface="Microsoft YaHei"/>
                <a:ea typeface="微软雅黑"/>
              </a:rPr>
              <a:t>化学环保处</a:t>
            </a:r>
          </a:p>
        </p:txBody>
      </p:sp>
      <p:sp>
        <p:nvSpPr>
          <p:cNvPr id="22" name="热区3">
            <a:hlinkClick action="ppaction://hlinksldjump" r:id="rId7"/>
          </p:cNvPr>
          <p:cNvSpPr/>
          <p:nvPr/>
        </p:nvSpPr>
        <p:spPr>
          <a:xfrm>
            <a:off x="13230000" y="7560000"/>
            <a:ext cx="5580000" cy="5832000"/>
          </a:xfrm>
          <a:prstGeom prst="rect">
            <a:avLst/>
          </a:prstGeom>
          <a:solidFill>
            <a:srgbClr val="000000">
              <a:alpha val="0"/>
            </a:srgbClr>
          </a:solidFill>
          <a:ln>
            <a:noFill/>
          </a:ln>
        </p:spPr>
        <p:txBody>
          <a:bodyPr rtlCol="0" anchor="ctr"/>
          <a:lstStyle/>
          <a:p>
            <a:pPr algn="ctr"/>
          </a:p>
        </p:txBody>
      </p:sp>
      <p:sp>
        <p:nvSpPr>
          <p:cNvPr id="23" name="卡框4"/>
          <p:cNvSpPr/>
          <p:nvPr/>
        </p:nvSpPr>
        <p:spPr>
          <a:xfrm>
            <a:off x="1935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24" name="衬纸4"/>
          <p:cNvSpPr/>
          <p:nvPr/>
        </p:nvSpPr>
        <p:spPr>
          <a:xfrm>
            <a:off x="19440000" y="7650000"/>
            <a:ext cx="5400000" cy="4104000"/>
          </a:xfrm>
          <a:prstGeom prst="rect">
            <a:avLst/>
          </a:prstGeom>
          <a:solidFill>
            <a:srgbClr val="FFFAF0"/>
          </a:solidFill>
          <a:ln>
            <a:noFill/>
          </a:ln>
        </p:spPr>
        <p:txBody>
          <a:bodyPr rtlCol="0" anchor="ctr"/>
          <a:lstStyle/>
          <a:p>
            <a:pPr algn="ctr"/>
          </a:p>
        </p:txBody>
      </p:sp>
      <p:pic>
        <p:nvPicPr>
          <p:cNvPr id="25" name="!!p4" descr="image.jpg"/>
          <p:cNvPicPr>
            <a:picLocks noChangeAspect="1"/>
          </p:cNvPicPr>
          <p:nvPr/>
        </p:nvPicPr>
        <p:blipFill>
          <a:blip r:embed="rId8"/>
          <a:srcRect t="12536" b="29251"/>
          <a:stretch>
            <a:fillRect/>
          </a:stretch>
        </p:blipFill>
        <p:spPr>
          <a:xfrm>
            <a:off x="19530000" y="7740000"/>
            <a:ext cx="5220000" cy="3924000"/>
          </a:xfrm>
          <a:prstGeom prst="rect">
            <a:avLst/>
          </a:prstGeom>
        </p:spPr>
      </p:pic>
      <p:sp>
        <p:nvSpPr>
          <p:cNvPr id="26" name="名牌底4"/>
          <p:cNvSpPr/>
          <p:nvPr/>
        </p:nvSpPr>
        <p:spPr>
          <a:xfrm>
            <a:off x="1944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27" name="名牌金线4"/>
          <p:cNvSpPr/>
          <p:nvPr/>
        </p:nvSpPr>
        <p:spPr>
          <a:xfrm>
            <a:off x="19440000" y="11754000"/>
            <a:ext cx="5400000" cy="54000"/>
          </a:xfrm>
          <a:prstGeom prst="rect">
            <a:avLst/>
          </a:prstGeom>
          <a:solidFill>
            <a:srgbClr val="FFDC8C"/>
          </a:solidFill>
          <a:ln>
            <a:noFill/>
          </a:ln>
        </p:spPr>
        <p:txBody>
          <a:bodyPr rtlCol="0" anchor="ctr"/>
          <a:lstStyle/>
          <a:p>
            <a:pPr algn="ctr"/>
          </a:p>
        </p:txBody>
      </p:sp>
      <p:sp>
        <p:nvSpPr>
          <p:cNvPr id="28" name="名牌4"/>
          <p:cNvSpPr txBox="1"/>
          <p:nvPr/>
        </p:nvSpPr>
        <p:spPr>
          <a:xfrm>
            <a:off x="1944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庞立成</a:t>
            </a:r>
          </a:p>
          <a:p>
            <a:pPr algn="ctr"/>
            <a:r>
              <a:rPr sz="3259" b="0">
                <a:solidFill>
                  <a:srgbClr val="FFF1D6"/>
                </a:solidFill>
                <a:latin typeface="Microsoft YaHei"/>
                <a:ea typeface="微软雅黑"/>
              </a:rPr>
              <a:t>运行二处</a:t>
            </a:r>
          </a:p>
        </p:txBody>
      </p:sp>
      <p:sp>
        <p:nvSpPr>
          <p:cNvPr id="29" name="热区4">
            <a:hlinkClick action="ppaction://hlinksldjump" r:id="rId9"/>
          </p:cNvPr>
          <p:cNvSpPr/>
          <p:nvPr/>
        </p:nvSpPr>
        <p:spPr>
          <a:xfrm>
            <a:off x="19350000" y="7560000"/>
            <a:ext cx="5580000" cy="5832000"/>
          </a:xfrm>
          <a:prstGeom prst="rect">
            <a:avLst/>
          </a:prstGeom>
          <a:solidFill>
            <a:srgbClr val="000000">
              <a:alpha val="0"/>
            </a:srgbClr>
          </a:solidFill>
          <a:ln>
            <a:noFill/>
          </a:ln>
        </p:spPr>
        <p:txBody>
          <a:bodyPr rtlCol="0" anchor="ctr"/>
          <a:lstStyle/>
          <a:p>
            <a:pPr algn="ctr"/>
          </a:p>
        </p:txBody>
      </p:sp>
      <p:sp>
        <p:nvSpPr>
          <p:cNvPr id="30" name="卡框5"/>
          <p:cNvSpPr/>
          <p:nvPr/>
        </p:nvSpPr>
        <p:spPr>
          <a:xfrm>
            <a:off x="2547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31" name="衬纸5"/>
          <p:cNvSpPr/>
          <p:nvPr/>
        </p:nvSpPr>
        <p:spPr>
          <a:xfrm>
            <a:off x="25560000" y="7650000"/>
            <a:ext cx="5400000" cy="4104000"/>
          </a:xfrm>
          <a:prstGeom prst="rect">
            <a:avLst/>
          </a:prstGeom>
          <a:solidFill>
            <a:srgbClr val="FFFAF0"/>
          </a:solidFill>
          <a:ln>
            <a:noFill/>
          </a:ln>
        </p:spPr>
        <p:txBody>
          <a:bodyPr rtlCol="0" anchor="ctr"/>
          <a:lstStyle/>
          <a:p>
            <a:pPr algn="ctr"/>
          </a:p>
        </p:txBody>
      </p:sp>
      <p:pic>
        <p:nvPicPr>
          <p:cNvPr id="32" name="!!p5" descr="image.jpg"/>
          <p:cNvPicPr>
            <a:picLocks noChangeAspect="1"/>
          </p:cNvPicPr>
          <p:nvPr/>
        </p:nvPicPr>
        <p:blipFill>
          <a:blip r:embed="rId10"/>
          <a:srcRect t="12536" b="29251"/>
          <a:stretch>
            <a:fillRect/>
          </a:stretch>
        </p:blipFill>
        <p:spPr>
          <a:xfrm>
            <a:off x="25650000" y="7740000"/>
            <a:ext cx="5220000" cy="3924000"/>
          </a:xfrm>
          <a:prstGeom prst="rect">
            <a:avLst/>
          </a:prstGeom>
        </p:spPr>
      </p:pic>
      <p:sp>
        <p:nvSpPr>
          <p:cNvPr id="33" name="名牌底5"/>
          <p:cNvSpPr/>
          <p:nvPr/>
        </p:nvSpPr>
        <p:spPr>
          <a:xfrm>
            <a:off x="2556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34" name="名牌金线5"/>
          <p:cNvSpPr/>
          <p:nvPr/>
        </p:nvSpPr>
        <p:spPr>
          <a:xfrm>
            <a:off x="25560000" y="11754000"/>
            <a:ext cx="5400000" cy="54000"/>
          </a:xfrm>
          <a:prstGeom prst="rect">
            <a:avLst/>
          </a:prstGeom>
          <a:solidFill>
            <a:srgbClr val="FFDC8C"/>
          </a:solidFill>
          <a:ln>
            <a:noFill/>
          </a:ln>
        </p:spPr>
        <p:txBody>
          <a:bodyPr rtlCol="0" anchor="ctr"/>
          <a:lstStyle/>
          <a:p>
            <a:pPr algn="ctr"/>
          </a:p>
        </p:txBody>
      </p:sp>
      <p:sp>
        <p:nvSpPr>
          <p:cNvPr id="35" name="名牌5"/>
          <p:cNvSpPr txBox="1"/>
          <p:nvPr/>
        </p:nvSpPr>
        <p:spPr>
          <a:xfrm>
            <a:off x="2556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于海青</a:t>
            </a:r>
          </a:p>
          <a:p>
            <a:pPr algn="ctr"/>
            <a:r>
              <a:rPr sz="3259" b="0">
                <a:solidFill>
                  <a:srgbClr val="FFF1D6"/>
                </a:solidFill>
                <a:latin typeface="Microsoft YaHei"/>
                <a:ea typeface="微软雅黑"/>
              </a:rPr>
              <a:t>上海申亿</a:t>
            </a:r>
          </a:p>
        </p:txBody>
      </p:sp>
      <p:sp>
        <p:nvSpPr>
          <p:cNvPr id="36" name="热区5">
            <a:hlinkClick action="ppaction://hlinksldjump" r:id="rId11"/>
          </p:cNvPr>
          <p:cNvSpPr/>
          <p:nvPr/>
        </p:nvSpPr>
        <p:spPr>
          <a:xfrm>
            <a:off x="25470000" y="7560000"/>
            <a:ext cx="5580000" cy="5832000"/>
          </a:xfrm>
          <a:prstGeom prst="rect">
            <a:avLst/>
          </a:prstGeom>
          <a:solidFill>
            <a:srgbClr val="000000">
              <a:alpha val="0"/>
            </a:srgbClr>
          </a:solidFill>
          <a:ln>
            <a:noFill/>
          </a:ln>
        </p:spPr>
        <p:txBody>
          <a:bodyPr rtlCol="0" anchor="ctr"/>
          <a:lstStyle/>
          <a:p>
            <a:pPr algn="ctr"/>
          </a:p>
        </p:txBody>
      </p:sp>
      <p:sp>
        <p:nvSpPr>
          <p:cNvPr id="37" name="卡框6"/>
          <p:cNvSpPr/>
          <p:nvPr/>
        </p:nvSpPr>
        <p:spPr>
          <a:xfrm>
            <a:off x="3159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38" name="衬纸6"/>
          <p:cNvSpPr/>
          <p:nvPr/>
        </p:nvSpPr>
        <p:spPr>
          <a:xfrm>
            <a:off x="31680000" y="7650000"/>
            <a:ext cx="5400000" cy="4104000"/>
          </a:xfrm>
          <a:prstGeom prst="rect">
            <a:avLst/>
          </a:prstGeom>
          <a:solidFill>
            <a:srgbClr val="FFFAF0"/>
          </a:solidFill>
          <a:ln>
            <a:noFill/>
          </a:ln>
        </p:spPr>
        <p:txBody>
          <a:bodyPr rtlCol="0" anchor="ctr"/>
          <a:lstStyle/>
          <a:p>
            <a:pPr algn="ctr"/>
          </a:p>
        </p:txBody>
      </p:sp>
      <p:pic>
        <p:nvPicPr>
          <p:cNvPr id="39" name="!!p6" descr="image.jpg"/>
          <p:cNvPicPr>
            <a:picLocks noChangeAspect="1"/>
          </p:cNvPicPr>
          <p:nvPr/>
        </p:nvPicPr>
        <p:blipFill>
          <a:blip r:embed="rId12"/>
          <a:srcRect t="12536" b="29251"/>
          <a:stretch>
            <a:fillRect/>
          </a:stretch>
        </p:blipFill>
        <p:spPr>
          <a:xfrm>
            <a:off x="31770000" y="7740000"/>
            <a:ext cx="5220000" cy="3924000"/>
          </a:xfrm>
          <a:prstGeom prst="rect">
            <a:avLst/>
          </a:prstGeom>
        </p:spPr>
      </p:pic>
      <p:sp>
        <p:nvSpPr>
          <p:cNvPr id="40" name="名牌底6"/>
          <p:cNvSpPr/>
          <p:nvPr/>
        </p:nvSpPr>
        <p:spPr>
          <a:xfrm>
            <a:off x="3168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41" name="名牌金线6"/>
          <p:cNvSpPr/>
          <p:nvPr/>
        </p:nvSpPr>
        <p:spPr>
          <a:xfrm>
            <a:off x="31680000" y="11754000"/>
            <a:ext cx="5400000" cy="54000"/>
          </a:xfrm>
          <a:prstGeom prst="rect">
            <a:avLst/>
          </a:prstGeom>
          <a:solidFill>
            <a:srgbClr val="FFDC8C"/>
          </a:solidFill>
          <a:ln>
            <a:noFill/>
          </a:ln>
        </p:spPr>
        <p:txBody>
          <a:bodyPr rtlCol="0" anchor="ctr"/>
          <a:lstStyle/>
          <a:p>
            <a:pPr algn="ctr"/>
          </a:p>
        </p:txBody>
      </p:sp>
      <p:sp>
        <p:nvSpPr>
          <p:cNvPr id="42" name="名牌6"/>
          <p:cNvSpPr txBox="1"/>
          <p:nvPr/>
        </p:nvSpPr>
        <p:spPr>
          <a:xfrm>
            <a:off x="3168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潘绍卓</a:t>
            </a:r>
          </a:p>
          <a:p>
            <a:pPr algn="ctr"/>
            <a:r>
              <a:rPr sz="3259" b="0">
                <a:solidFill>
                  <a:srgbClr val="FFF1D6"/>
                </a:solidFill>
                <a:latin typeface="Microsoft YaHei"/>
                <a:ea typeface="微软雅黑"/>
              </a:rPr>
              <a:t>运行一处</a:t>
            </a:r>
          </a:p>
        </p:txBody>
      </p:sp>
      <p:sp>
        <p:nvSpPr>
          <p:cNvPr id="43" name="热区6">
            <a:hlinkClick action="ppaction://hlinksldjump" r:id="rId13"/>
          </p:cNvPr>
          <p:cNvSpPr/>
          <p:nvPr/>
        </p:nvSpPr>
        <p:spPr>
          <a:xfrm>
            <a:off x="31590000" y="7560000"/>
            <a:ext cx="5580000" cy="5832000"/>
          </a:xfrm>
          <a:prstGeom prst="rect">
            <a:avLst/>
          </a:prstGeom>
          <a:solidFill>
            <a:srgbClr val="000000">
              <a:alpha val="0"/>
            </a:srgbClr>
          </a:solidFill>
          <a:ln>
            <a:noFill/>
          </a:ln>
        </p:spPr>
        <p:txBody>
          <a:bodyPr rtlCol="0" anchor="ctr"/>
          <a:lstStyle/>
          <a:p>
            <a:pPr algn="ctr"/>
          </a:p>
        </p:txBody>
      </p:sp>
      <p:sp>
        <p:nvSpPr>
          <p:cNvPr id="44" name="卡框7"/>
          <p:cNvSpPr/>
          <p:nvPr/>
        </p:nvSpPr>
        <p:spPr>
          <a:xfrm>
            <a:off x="3771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45" name="衬纸7"/>
          <p:cNvSpPr/>
          <p:nvPr/>
        </p:nvSpPr>
        <p:spPr>
          <a:xfrm>
            <a:off x="37800000" y="7650000"/>
            <a:ext cx="5400000" cy="4104000"/>
          </a:xfrm>
          <a:prstGeom prst="rect">
            <a:avLst/>
          </a:prstGeom>
          <a:solidFill>
            <a:srgbClr val="FFFAF0"/>
          </a:solidFill>
          <a:ln>
            <a:noFill/>
          </a:ln>
        </p:spPr>
        <p:txBody>
          <a:bodyPr rtlCol="0" anchor="ctr"/>
          <a:lstStyle/>
          <a:p>
            <a:pPr algn="ctr"/>
          </a:p>
        </p:txBody>
      </p:sp>
      <p:pic>
        <p:nvPicPr>
          <p:cNvPr id="46" name="!!p7" descr="image.jpg"/>
          <p:cNvPicPr>
            <a:picLocks noChangeAspect="1"/>
          </p:cNvPicPr>
          <p:nvPr/>
        </p:nvPicPr>
        <p:blipFill>
          <a:blip r:embed="rId14"/>
          <a:srcRect t="12536" b="29251"/>
          <a:stretch>
            <a:fillRect/>
          </a:stretch>
        </p:blipFill>
        <p:spPr>
          <a:xfrm>
            <a:off x="37890000" y="7740000"/>
            <a:ext cx="5220000" cy="3924000"/>
          </a:xfrm>
          <a:prstGeom prst="rect">
            <a:avLst/>
          </a:prstGeom>
        </p:spPr>
      </p:pic>
      <p:sp>
        <p:nvSpPr>
          <p:cNvPr id="47" name="名牌底7"/>
          <p:cNvSpPr/>
          <p:nvPr/>
        </p:nvSpPr>
        <p:spPr>
          <a:xfrm>
            <a:off x="3780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48" name="名牌金线7"/>
          <p:cNvSpPr/>
          <p:nvPr/>
        </p:nvSpPr>
        <p:spPr>
          <a:xfrm>
            <a:off x="37800000" y="11754000"/>
            <a:ext cx="5400000" cy="54000"/>
          </a:xfrm>
          <a:prstGeom prst="rect">
            <a:avLst/>
          </a:prstGeom>
          <a:solidFill>
            <a:srgbClr val="FFDC8C"/>
          </a:solidFill>
          <a:ln>
            <a:noFill/>
          </a:ln>
        </p:spPr>
        <p:txBody>
          <a:bodyPr rtlCol="0" anchor="ctr"/>
          <a:lstStyle/>
          <a:p>
            <a:pPr algn="ctr"/>
          </a:p>
        </p:txBody>
      </p:sp>
      <p:sp>
        <p:nvSpPr>
          <p:cNvPr id="49" name="名牌7"/>
          <p:cNvSpPr txBox="1"/>
          <p:nvPr/>
        </p:nvSpPr>
        <p:spPr>
          <a:xfrm>
            <a:off x="3780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成鹏飞</a:t>
            </a:r>
          </a:p>
          <a:p>
            <a:pPr algn="ctr"/>
            <a:r>
              <a:rPr sz="3259" b="0">
                <a:solidFill>
                  <a:srgbClr val="FFF1D6"/>
                </a:solidFill>
                <a:latin typeface="Microsoft YaHei"/>
                <a:ea typeface="微软雅黑"/>
              </a:rPr>
              <a:t>中核凯利</a:t>
            </a:r>
          </a:p>
        </p:txBody>
      </p:sp>
      <p:sp>
        <p:nvSpPr>
          <p:cNvPr id="50" name="热区7">
            <a:hlinkClick action="ppaction://hlinksldjump" r:id="rId15"/>
          </p:cNvPr>
          <p:cNvSpPr/>
          <p:nvPr/>
        </p:nvSpPr>
        <p:spPr>
          <a:xfrm>
            <a:off x="37710000" y="7560000"/>
            <a:ext cx="5580000" cy="5832000"/>
          </a:xfrm>
          <a:prstGeom prst="rect">
            <a:avLst/>
          </a:prstGeom>
          <a:solidFill>
            <a:srgbClr val="000000">
              <a:alpha val="0"/>
            </a:srgbClr>
          </a:solidFill>
          <a:ln>
            <a:noFill/>
          </a:ln>
        </p:spPr>
        <p:txBody>
          <a:bodyPr rtlCol="0" anchor="ctr"/>
          <a:lstStyle/>
          <a:p>
            <a:pPr algn="ctr"/>
          </a:p>
        </p:txBody>
      </p:sp>
      <p:sp>
        <p:nvSpPr>
          <p:cNvPr id="51" name="卡框8"/>
          <p:cNvSpPr/>
          <p:nvPr/>
        </p:nvSpPr>
        <p:spPr>
          <a:xfrm>
            <a:off x="4383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52" name="衬纸8"/>
          <p:cNvSpPr/>
          <p:nvPr/>
        </p:nvSpPr>
        <p:spPr>
          <a:xfrm>
            <a:off x="43920000" y="7650000"/>
            <a:ext cx="5400000" cy="4104000"/>
          </a:xfrm>
          <a:prstGeom prst="rect">
            <a:avLst/>
          </a:prstGeom>
          <a:solidFill>
            <a:srgbClr val="FFFAF0"/>
          </a:solidFill>
          <a:ln>
            <a:noFill/>
          </a:ln>
        </p:spPr>
        <p:txBody>
          <a:bodyPr rtlCol="0" anchor="ctr"/>
          <a:lstStyle/>
          <a:p>
            <a:pPr algn="ctr"/>
          </a:p>
        </p:txBody>
      </p:sp>
      <p:pic>
        <p:nvPicPr>
          <p:cNvPr id="53" name="!!p8" descr="image.jpg"/>
          <p:cNvPicPr>
            <a:picLocks noChangeAspect="1"/>
          </p:cNvPicPr>
          <p:nvPr/>
        </p:nvPicPr>
        <p:blipFill>
          <a:blip r:embed="rId16"/>
          <a:srcRect t="12536" b="29251"/>
          <a:stretch>
            <a:fillRect/>
          </a:stretch>
        </p:blipFill>
        <p:spPr>
          <a:xfrm>
            <a:off x="44010000" y="7740000"/>
            <a:ext cx="5220000" cy="3924000"/>
          </a:xfrm>
          <a:prstGeom prst="rect">
            <a:avLst/>
          </a:prstGeom>
        </p:spPr>
      </p:pic>
      <p:sp>
        <p:nvSpPr>
          <p:cNvPr id="54" name="名牌底8"/>
          <p:cNvSpPr/>
          <p:nvPr/>
        </p:nvSpPr>
        <p:spPr>
          <a:xfrm>
            <a:off x="4392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55" name="名牌金线8"/>
          <p:cNvSpPr/>
          <p:nvPr/>
        </p:nvSpPr>
        <p:spPr>
          <a:xfrm>
            <a:off x="43920000" y="11754000"/>
            <a:ext cx="5400000" cy="54000"/>
          </a:xfrm>
          <a:prstGeom prst="rect">
            <a:avLst/>
          </a:prstGeom>
          <a:solidFill>
            <a:srgbClr val="FFDC8C"/>
          </a:solidFill>
          <a:ln>
            <a:noFill/>
          </a:ln>
        </p:spPr>
        <p:txBody>
          <a:bodyPr rtlCol="0" anchor="ctr"/>
          <a:lstStyle/>
          <a:p>
            <a:pPr algn="ctr"/>
          </a:p>
        </p:txBody>
      </p:sp>
      <p:sp>
        <p:nvSpPr>
          <p:cNvPr id="56" name="名牌8"/>
          <p:cNvSpPr txBox="1"/>
          <p:nvPr/>
        </p:nvSpPr>
        <p:spPr>
          <a:xfrm>
            <a:off x="4392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何韶然</a:t>
            </a:r>
          </a:p>
          <a:p>
            <a:pPr algn="ctr"/>
            <a:r>
              <a:rPr sz="3259" b="0">
                <a:solidFill>
                  <a:srgbClr val="FFF1D6"/>
                </a:solidFill>
                <a:latin typeface="Microsoft YaHei"/>
                <a:ea typeface="微软雅黑"/>
              </a:rPr>
              <a:t>运行二处</a:t>
            </a:r>
          </a:p>
        </p:txBody>
      </p:sp>
      <p:sp>
        <p:nvSpPr>
          <p:cNvPr id="57" name="热区8">
            <a:hlinkClick action="ppaction://hlinksldjump" r:id="rId17"/>
          </p:cNvPr>
          <p:cNvSpPr/>
          <p:nvPr/>
        </p:nvSpPr>
        <p:spPr>
          <a:xfrm>
            <a:off x="43830000" y="7560000"/>
            <a:ext cx="5580000" cy="5832000"/>
          </a:xfrm>
          <a:prstGeom prst="rect">
            <a:avLst/>
          </a:prstGeom>
          <a:solidFill>
            <a:srgbClr val="000000">
              <a:alpha val="0"/>
            </a:srgbClr>
          </a:solidFill>
          <a:ln>
            <a:noFill/>
          </a:ln>
        </p:spPr>
        <p:txBody>
          <a:bodyPr rtlCol="0" anchor="ctr"/>
          <a:lstStyle/>
          <a:p>
            <a:pPr algn="ctr"/>
          </a:p>
        </p:txBody>
      </p:sp>
      <p:sp>
        <p:nvSpPr>
          <p:cNvPr id="58" name="下一页底"/>
          <p:cNvSpPr/>
          <p:nvPr/>
        </p:nvSpPr>
        <p:spPr>
          <a:xfrm>
            <a:off x="46620000" y="17028000"/>
            <a:ext cx="3060000" cy="792000"/>
          </a:xfrm>
          <a:prstGeom prst="roundRect">
            <a:avLst>
              <a:gd name="adj" fmla="val 50000"/>
            </a:avLst>
          </a:prstGeom>
          <a:solidFill>
            <a:srgbClr val="3A0306">
              <a:alpha val="55000"/>
            </a:srgbClr>
          </a:solidFill>
          <a:ln w="36000">
            <a:solidFill>
              <a:srgbClr val="FFD27A"/>
            </a:solidFill>
          </a:ln>
        </p:spPr>
        <p:txBody>
          <a:bodyPr rtlCol="0" anchor="ctr"/>
          <a:lstStyle/>
          <a:p>
            <a:pPr algn="ctr"/>
          </a:p>
        </p:txBody>
      </p:sp>
      <p:sp>
        <p:nvSpPr>
          <p:cNvPr id="59" name="下一页字"/>
          <p:cNvSpPr txBox="1"/>
          <p:nvPr/>
        </p:nvSpPr>
        <p:spPr>
          <a:xfrm>
            <a:off x="46620000" y="17028000"/>
            <a:ext cx="3060000" cy="792000"/>
          </a:xfrm>
          <a:prstGeom prst="rect">
            <a:avLst/>
          </a:prstGeom>
          <a:noFill/>
        </p:spPr>
        <p:txBody>
          <a:bodyPr wrap="square" lIns="0" rIns="0" tIns="0" bIns="0" anchor="ctr">
            <a:noAutofit/>
          </a:bodyPr>
          <a:lstStyle/>
          <a:p>
            <a:pPr algn="ctr"/>
            <a:r>
              <a:rPr sz="3401" b="0" spc="340">
                <a:solidFill>
                  <a:srgbClr val="FFD27A"/>
                </a:solidFill>
                <a:latin typeface="Microsoft YaHei"/>
                <a:ea typeface="微软雅黑"/>
              </a:rPr>
              <a:t>下一页 ›</a:t>
            </a:r>
          </a:p>
        </p:txBody>
      </p:sp>
      <p:sp>
        <p:nvSpPr>
          <p:cNvPr id="60" name="下一页">
            <a:hlinkClick action="ppaction://hlinksldjump" r:id="rId18"/>
          </p:cNvPr>
          <p:cNvSpPr/>
          <p:nvPr/>
        </p:nvSpPr>
        <p:spPr>
          <a:xfrm>
            <a:off x="46620000" y="17028000"/>
            <a:ext cx="3060000" cy="792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1"/>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刘明利</a:t>
            </a:r>
          </a:p>
        </p:txBody>
      </p:sp>
      <p:sp>
        <p:nvSpPr>
          <p:cNvPr id="29" name="分隔左1"/>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1"/>
          <p:cNvSpPr/>
          <p:nvPr/>
        </p:nvSpPr>
        <p:spPr>
          <a:xfrm>
            <a:off x="6253005" y="9633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
          <p:cNvSpPr txBox="1"/>
          <p:nvPr/>
        </p:nvSpPr>
        <p:spPr>
          <a:xfrm>
            <a:off x="6253005" y="9633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技术支持处</a:t>
            </a:r>
          </a:p>
        </p:txBody>
      </p:sp>
      <p:sp>
        <p:nvSpPr>
          <p:cNvPr id="34" name="事迹1"/>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“精准研判1号机主给水泵B电机振动隐患”</a:t>
            </a:r>
          </a:p>
        </p:txBody>
      </p:sp>
      <p:sp>
        <p:nvSpPr>
          <p:cNvPr id="35" name="标题1"/>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1"/>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1"/>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1"/>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1"/>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1"/>
          <p:cNvSpPr txBox="1"/>
          <p:nvPr/>
        </p:nvSpPr>
        <p:spPr>
          <a:xfrm>
            <a:off x="32580390" y="4824000"/>
            <a:ext cx="15299610" cy="10116000"/>
          </a:xfrm>
          <a:prstGeom prst="rect">
            <a:avLst/>
          </a:prstGeom>
          <a:noFill/>
        </p:spPr>
        <p:txBody>
          <a:bodyPr wrap="square" lIns="0" rIns="0" tIns="0" bIns="0" anchor="ctr">
            <a:noAutofit/>
          </a:bodyPr>
          <a:lstStyle/>
          <a:p>
            <a:pPr algn="just" marL="0" indent="1728000">
              <a:lnSpc>
                <a:spcPts val="11565"/>
              </a:lnSpc>
            </a:pPr>
            <a:r>
              <a:rPr sz="6803" b="0">
                <a:solidFill>
                  <a:srgbClr val="FFF3E2"/>
                </a:solidFill>
                <a:latin typeface="Microsoft YaHei"/>
                <a:ea typeface="微软雅黑"/>
              </a:rPr>
              <a:t>刘明利精准研判1号机主给水泵B电机振动隐患，彰显了刘明利的技术自信、专业担当与对未知的执着探索精神——正是这些，构成了核安全文化的深层底色。刘明利同志用实际行动诠释了“我为核安全文化代言”的深刻内涵。</a:t>
            </a:r>
          </a:p>
        </p:txBody>
      </p:sp>
      <p:sp>
        <p:nvSpPr>
          <p:cNvPr id="41" name="返回1">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2"/>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张岩</a:t>
            </a:r>
          </a:p>
        </p:txBody>
      </p:sp>
      <p:sp>
        <p:nvSpPr>
          <p:cNvPr id="29" name="分隔左2"/>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2"/>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运行一处</a:t>
            </a:r>
          </a:p>
        </p:txBody>
      </p:sp>
      <p:sp>
        <p:nvSpPr>
          <p:cNvPr id="34" name="事迹2"/>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“发现并及时上报2号机CPS取样架标识与实际取样点不一致”</a:t>
            </a:r>
          </a:p>
        </p:txBody>
      </p:sp>
      <p:sp>
        <p:nvSpPr>
          <p:cNvPr id="35" name="标题2"/>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2"/>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2"/>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2"/>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2"/>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2"/>
          <p:cNvSpPr txBox="1"/>
          <p:nvPr/>
        </p:nvSpPr>
        <p:spPr>
          <a:xfrm>
            <a:off x="32580390" y="4824000"/>
            <a:ext cx="15299610" cy="10116000"/>
          </a:xfrm>
          <a:prstGeom prst="rect">
            <a:avLst/>
          </a:prstGeom>
          <a:noFill/>
        </p:spPr>
        <p:txBody>
          <a:bodyPr wrap="square" lIns="0" rIns="0" tIns="0" bIns="0" anchor="ctr">
            <a:noAutofit/>
          </a:bodyPr>
          <a:lstStyle/>
          <a:p>
            <a:pPr algn="just" marL="0" indent="1512000">
              <a:lnSpc>
                <a:spcPts val="10119"/>
              </a:lnSpc>
            </a:pPr>
            <a:r>
              <a:rPr sz="5952" b="0">
                <a:solidFill>
                  <a:srgbClr val="FFF3E2"/>
                </a:solidFill>
                <a:latin typeface="Microsoft YaHei"/>
                <a:ea typeface="微软雅黑"/>
              </a:rPr>
              <a:t>张岩发现并及时上报2号机CPS取样架标识与实际取样点不一致。张岩同志在隔离操作中，遇疑则停，并充分发挥主观能动性，对该系统有关取样管排逐根细致排查，确定CPS取样架区域存在系统性标牌错误，并及时上报，体现了严慎细实的工作作风，用实际行动履行了运行人员对核安全的庄重承诺。</a:t>
            </a:r>
          </a:p>
        </p:txBody>
      </p:sp>
      <p:sp>
        <p:nvSpPr>
          <p:cNvPr id="41" name="返回2">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3"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3"/>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3"/>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3"/>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3"/>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杨帆</a:t>
            </a:r>
          </a:p>
        </p:txBody>
      </p:sp>
      <p:sp>
        <p:nvSpPr>
          <p:cNvPr id="29" name="分隔左3"/>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3"/>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3"/>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3"/>
          <p:cNvSpPr/>
          <p:nvPr/>
        </p:nvSpPr>
        <p:spPr>
          <a:xfrm>
            <a:off x="6253005" y="9633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3"/>
          <p:cNvSpPr txBox="1"/>
          <p:nvPr/>
        </p:nvSpPr>
        <p:spPr>
          <a:xfrm>
            <a:off x="6253005" y="9633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化学环保处</a:t>
            </a:r>
          </a:p>
        </p:txBody>
      </p:sp>
      <p:sp>
        <p:nvSpPr>
          <p:cNvPr id="34" name="事迹3"/>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“紧盯外委监测质量，严守监测数据安全防线”</a:t>
            </a:r>
          </a:p>
        </p:txBody>
      </p:sp>
      <p:sp>
        <p:nvSpPr>
          <p:cNvPr id="35" name="标题3"/>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3"/>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3"/>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3"/>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3"/>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3"/>
          <p:cNvSpPr txBox="1"/>
          <p:nvPr/>
        </p:nvSpPr>
        <p:spPr>
          <a:xfrm>
            <a:off x="32580390" y="4824000"/>
            <a:ext cx="15299610" cy="10116000"/>
          </a:xfrm>
          <a:prstGeom prst="rect">
            <a:avLst/>
          </a:prstGeom>
          <a:noFill/>
        </p:spPr>
        <p:txBody>
          <a:bodyPr wrap="square" lIns="0" rIns="0" tIns="0" bIns="0" anchor="ctr">
            <a:noAutofit/>
          </a:bodyPr>
          <a:lstStyle/>
          <a:p>
            <a:pPr algn="just" marL="0" indent="1728000">
              <a:lnSpc>
                <a:spcPts val="11565"/>
              </a:lnSpc>
            </a:pPr>
            <a:r>
              <a:rPr sz="6803" b="0">
                <a:solidFill>
                  <a:srgbClr val="FFF3E2"/>
                </a:solidFill>
                <a:latin typeface="Microsoft YaHei"/>
                <a:ea typeface="微软雅黑"/>
              </a:rPr>
              <a:t>杨帆紧盯外委监测质量，严守监测数据安全防线。工作中，该同志始终秉持“严、慎、细、实”的优良作风，防患未然、精益求精，以高度的责任担当持续推动核安全文化走深走实，为核与辐射环境安全稳定保驾护航。</a:t>
            </a:r>
          </a:p>
        </p:txBody>
      </p:sp>
      <p:sp>
        <p:nvSpPr>
          <p:cNvPr id="41" name="返回3">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4"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4"/>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4"/>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4"/>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4"/>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庞立成</a:t>
            </a:r>
          </a:p>
        </p:txBody>
      </p:sp>
      <p:sp>
        <p:nvSpPr>
          <p:cNvPr id="29" name="分隔左4"/>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4"/>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4"/>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4"/>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4"/>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运行二处</a:t>
            </a:r>
          </a:p>
        </p:txBody>
      </p:sp>
      <p:sp>
        <p:nvSpPr>
          <p:cNvPr id="34" name="事迹4"/>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“及时发现并处置CCS B泵异常情况，成功避免设备损坏风险”</a:t>
            </a:r>
          </a:p>
        </p:txBody>
      </p:sp>
      <p:sp>
        <p:nvSpPr>
          <p:cNvPr id="35" name="标题4"/>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4"/>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4"/>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4"/>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4"/>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4"/>
          <p:cNvSpPr txBox="1"/>
          <p:nvPr/>
        </p:nvSpPr>
        <p:spPr>
          <a:xfrm>
            <a:off x="32580390" y="4824000"/>
            <a:ext cx="15299610" cy="10116000"/>
          </a:xfrm>
          <a:prstGeom prst="rect">
            <a:avLst/>
          </a:prstGeom>
          <a:noFill/>
        </p:spPr>
        <p:txBody>
          <a:bodyPr wrap="square" lIns="0" rIns="0" tIns="0" bIns="0" anchor="ctr">
            <a:noAutofit/>
          </a:bodyPr>
          <a:lstStyle/>
          <a:p>
            <a:pPr algn="just" marL="0" indent="1656000">
              <a:lnSpc>
                <a:spcPts val="11083"/>
              </a:lnSpc>
            </a:pPr>
            <a:r>
              <a:rPr sz="6519" b="0">
                <a:solidFill>
                  <a:srgbClr val="FFF3E2"/>
                </a:solidFill>
                <a:latin typeface="Microsoft YaHei"/>
                <a:ea typeface="微软雅黑"/>
              </a:rPr>
              <a:t>运行二处3号机五值庞立成及时发现并处置CCS B泵异常情况，成功避免设备损坏风险。庞立成不轻易放过任何隐患，尽职履责，对设备参数保持敏感，发现异常后第一时间响应，处置果断，行动高效，避免设备损坏和事件升级，用实际行动履行了对核安全的承诺。</a:t>
            </a:r>
          </a:p>
        </p:txBody>
      </p:sp>
      <p:sp>
        <p:nvSpPr>
          <p:cNvPr id="41" name="返回4">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5"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5"/>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5"/>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5"/>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5"/>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于海青</a:t>
            </a:r>
          </a:p>
        </p:txBody>
      </p:sp>
      <p:sp>
        <p:nvSpPr>
          <p:cNvPr id="29" name="分隔左5"/>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5"/>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5"/>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5"/>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5"/>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上海申亿</a:t>
            </a:r>
          </a:p>
        </p:txBody>
      </p:sp>
      <p:sp>
        <p:nvSpPr>
          <p:cNvPr id="34" name="事迹5"/>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“发现低压氢气站门口静电消除器故障，暂停脚手架搭设”</a:t>
            </a:r>
          </a:p>
        </p:txBody>
      </p:sp>
      <p:sp>
        <p:nvSpPr>
          <p:cNvPr id="35" name="标题5"/>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5"/>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5"/>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5"/>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5"/>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5"/>
          <p:cNvSpPr txBox="1"/>
          <p:nvPr/>
        </p:nvSpPr>
        <p:spPr>
          <a:xfrm>
            <a:off x="32580390" y="4824000"/>
            <a:ext cx="15299610" cy="10116000"/>
          </a:xfrm>
          <a:prstGeom prst="rect">
            <a:avLst/>
          </a:prstGeom>
          <a:noFill/>
        </p:spPr>
        <p:txBody>
          <a:bodyPr wrap="square" lIns="0" rIns="0" tIns="0" bIns="0" anchor="ctr">
            <a:noAutofit/>
          </a:bodyPr>
          <a:lstStyle/>
          <a:p>
            <a:pPr algn="just" marL="0" indent="1296000">
              <a:lnSpc>
                <a:spcPts val="8674"/>
              </a:lnSpc>
            </a:pPr>
            <a:r>
              <a:rPr sz="5102" b="0">
                <a:solidFill>
                  <a:srgbClr val="FFF3E2"/>
                </a:solidFill>
                <a:latin typeface="Microsoft YaHei"/>
                <a:ea typeface="微软雅黑"/>
              </a:rPr>
              <a:t>上海申亿脚手架班组以质疑的工作态度发现低压氢气站门口静电消除器故障，暂停脚手架搭设，避免了潜在作业风险。于海青班组在此次作业准备中，坚持以质疑的工作态度审视每一个安全环节，不放过任何一项不符合条件的因素，有效避免了潜在的作业风险，展现了于海青班组严谨务实的工作作风和时刻将核安全放在首位的责任意识。他们的做法，是健康核安全文化在一线落地的真实写照。</a:t>
            </a:r>
          </a:p>
        </p:txBody>
      </p:sp>
      <p:sp>
        <p:nvSpPr>
          <p:cNvPr id="41" name="返回5">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6"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6"/>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6"/>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6"/>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6"/>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潘绍卓</a:t>
            </a:r>
          </a:p>
        </p:txBody>
      </p:sp>
      <p:sp>
        <p:nvSpPr>
          <p:cNvPr id="29" name="分隔左6"/>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6"/>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6"/>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6"/>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6"/>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运行一处</a:t>
            </a:r>
          </a:p>
        </p:txBody>
      </p:sp>
      <p:sp>
        <p:nvSpPr>
          <p:cNvPr id="34" name="事迹6"/>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“就地发现2号机低压缸轴封汽腔定位螺栓螺母松脱”</a:t>
            </a:r>
          </a:p>
        </p:txBody>
      </p:sp>
      <p:sp>
        <p:nvSpPr>
          <p:cNvPr id="35" name="标题6"/>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6"/>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6"/>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6"/>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6"/>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6"/>
          <p:cNvSpPr txBox="1"/>
          <p:nvPr/>
        </p:nvSpPr>
        <p:spPr>
          <a:xfrm>
            <a:off x="32580390" y="4824000"/>
            <a:ext cx="15299610" cy="10116000"/>
          </a:xfrm>
          <a:prstGeom prst="rect">
            <a:avLst/>
          </a:prstGeom>
          <a:noFill/>
        </p:spPr>
        <p:txBody>
          <a:bodyPr wrap="square" lIns="0" rIns="0" tIns="0" bIns="0" anchor="ctr">
            <a:noAutofit/>
          </a:bodyPr>
          <a:lstStyle/>
          <a:p>
            <a:pPr algn="just" marL="0" indent="1584000">
              <a:lnSpc>
                <a:spcPts val="10601"/>
              </a:lnSpc>
            </a:pPr>
            <a:r>
              <a:rPr sz="6236" b="0">
                <a:solidFill>
                  <a:srgbClr val="FFF3E2"/>
                </a:solidFill>
                <a:latin typeface="Microsoft YaHei"/>
                <a:ea typeface="微软雅黑"/>
              </a:rPr>
              <a:t>运行一处2号机五值潘绍卓就地发现2号机低压缸轴封汽腔定位螺栓螺母松脱。潘绍卓发现现场重要设备安全稳定运行的安全隐患，及时跟踪处理，避免小缺陷演变成为重大的设备损坏事件，凭借扎实的现场工作经验与主人翁的责任担当，用心坚守机组安全运行最后的防线。</a:t>
            </a:r>
          </a:p>
        </p:txBody>
      </p:sp>
      <p:sp>
        <p:nvSpPr>
          <p:cNvPr id="41" name="返回6">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7"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7"/>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7"/>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7"/>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7"/>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成鹏飞</a:t>
            </a:r>
          </a:p>
        </p:txBody>
      </p:sp>
      <p:sp>
        <p:nvSpPr>
          <p:cNvPr id="29" name="分隔左7"/>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7"/>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7"/>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7"/>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7"/>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中核凯利</a:t>
            </a:r>
          </a:p>
        </p:txBody>
      </p:sp>
      <p:sp>
        <p:nvSpPr>
          <p:cNvPr id="34" name="事迹7"/>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“及时识别放射性废物包装剂量率测量错误的安全隐患”</a:t>
            </a:r>
          </a:p>
        </p:txBody>
      </p:sp>
      <p:sp>
        <p:nvSpPr>
          <p:cNvPr id="35" name="标题7"/>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7"/>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7"/>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7"/>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7"/>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7"/>
          <p:cNvSpPr txBox="1"/>
          <p:nvPr/>
        </p:nvSpPr>
        <p:spPr>
          <a:xfrm>
            <a:off x="32580390" y="4824000"/>
            <a:ext cx="15299610" cy="10116000"/>
          </a:xfrm>
          <a:prstGeom prst="rect">
            <a:avLst/>
          </a:prstGeom>
          <a:noFill/>
        </p:spPr>
        <p:txBody>
          <a:bodyPr wrap="square" lIns="0" rIns="0" tIns="0" bIns="0" anchor="ctr">
            <a:noAutofit/>
          </a:bodyPr>
          <a:lstStyle/>
          <a:p>
            <a:pPr algn="just" marL="0" indent="1512000">
              <a:lnSpc>
                <a:spcPts val="10119"/>
              </a:lnSpc>
            </a:pPr>
            <a:r>
              <a:rPr sz="5952" b="0">
                <a:solidFill>
                  <a:srgbClr val="FFF3E2"/>
                </a:solidFill>
                <a:latin typeface="Microsoft YaHei"/>
                <a:ea typeface="微软雅黑"/>
              </a:rPr>
              <a:t>成鹏飞及时识别放射性废物包装剂量率测量错误的安全隐患。成鹏飞日常工作中坚持以质疑的工作态度和严慎细实的工作方法对待每项任务，始终将“安全第一、质量第一”的安全理念落到实处。他以高度责任心和专业技能，体现了公司对核安全的高度重视，为全体员工树立了行为标杆。</a:t>
            </a:r>
          </a:p>
        </p:txBody>
      </p:sp>
      <p:sp>
        <p:nvSpPr>
          <p:cNvPr id="41" name="返回7">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2160000"/>
            <a:ext cx="47880000" cy="13680000"/>
          </a:xfrm>
          <a:prstGeom prst="roundRect">
            <a:avLst>
              <a:gd name="adj" fmla="val 3947"/>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2484000"/>
            <a:ext cx="47232000" cy="13032000"/>
          </a:xfrm>
          <a:prstGeom prst="roundRect">
            <a:avLst>
              <a:gd name="adj" fmla="val 2762"/>
            </a:avLst>
          </a:prstGeom>
          <a:noFill/>
          <a:ln w="27000">
            <a:solidFill>
              <a:srgbClr val="C9A260"/>
            </a:solidFill>
          </a:ln>
        </p:spPr>
        <p:txBody>
          <a:bodyPr rtlCol="0" anchor="ctr"/>
          <a:lstStyle/>
          <a:p>
            <a:pPr algn="ctr"/>
          </a:p>
        </p:txBody>
      </p:sp>
      <p:sp>
        <p:nvSpPr>
          <p:cNvPr id="5" name="!!角横tl"/>
          <p:cNvSpPr/>
          <p:nvPr/>
        </p:nvSpPr>
        <p:spPr>
          <a:xfrm>
            <a:off x="1404000" y="2304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2304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2628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2304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2304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2628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5624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4256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5084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5624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4256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5084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9025610" y="1206000"/>
            <a:ext cx="12348780" cy="15588000"/>
          </a:xfrm>
          <a:prstGeom prst="roundRect">
            <a:avLst>
              <a:gd name="adj" fmla="val 2623"/>
            </a:avLst>
          </a:prstGeom>
          <a:solidFill>
            <a:srgbClr val="7A4A0C"/>
          </a:solidFill>
          <a:ln>
            <a:noFill/>
          </a:ln>
        </p:spPr>
        <p:txBody>
          <a:bodyPr rtlCol="0" anchor="ctr"/>
          <a:lstStyle/>
          <a:p>
            <a:pPr algn="ctr"/>
          </a:p>
        </p:txBody>
      </p:sp>
      <p:sp>
        <p:nvSpPr>
          <p:cNvPr id="18" name="!!frame"/>
          <p:cNvSpPr/>
          <p:nvPr/>
        </p:nvSpPr>
        <p:spPr>
          <a:xfrm>
            <a:off x="19079610" y="1260000"/>
            <a:ext cx="12240780" cy="15480000"/>
          </a:xfrm>
          <a:prstGeom prst="roundRect">
            <a:avLst>
              <a:gd name="adj" fmla="val 2352"/>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9331610" y="1512000"/>
            <a:ext cx="11736780" cy="14976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8" descr="image.jpg"/>
          <p:cNvPicPr>
            <a:picLocks noChangeAspect="1"/>
          </p:cNvPicPr>
          <p:nvPr/>
        </p:nvPicPr>
        <p:blipFill>
          <a:blip r:embed="rId2"/>
          <a:stretch>
            <a:fillRect/>
          </a:stretch>
        </p:blipFill>
        <p:spPr>
          <a:xfrm>
            <a:off x="19583610" y="1764000"/>
            <a:ext cx="11232780" cy="14472000"/>
          </a:xfrm>
          <a:prstGeom prst="rect">
            <a:avLst/>
          </a:prstGeom>
          <a:ln w="36000">
            <a:solidFill>
              <a:srgbClr val="C99A3C"/>
            </a:solidFill>
          </a:ln>
        </p:spPr>
      </p:pic>
      <p:sp>
        <p:nvSpPr>
          <p:cNvPr id="21" name="!!框菱tl"/>
          <p:cNvSpPr/>
          <p:nvPr/>
        </p:nvSpPr>
        <p:spPr>
          <a:xfrm>
            <a:off x="18845610" y="1026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1086390" y="1026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8845610" y="16506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1086390" y="16506000"/>
            <a:ext cx="468000" cy="468000"/>
          </a:xfrm>
          <a:prstGeom prst="diamond">
            <a:avLst/>
          </a:prstGeom>
          <a:solidFill>
            <a:srgbClr val="C8161D"/>
          </a:solidFill>
          <a:ln>
            <a:noFill/>
          </a:ln>
        </p:spPr>
        <p:txBody>
          <a:bodyPr rtlCol="0" anchor="ctr"/>
          <a:lstStyle/>
          <a:p>
            <a:pPr algn="ctr"/>
          </a:p>
        </p:txBody>
      </p:sp>
      <p:sp>
        <p:nvSpPr>
          <p:cNvPr id="25" name="标语8"/>
          <p:cNvSpPr txBox="1"/>
          <p:nvPr/>
        </p:nvSpPr>
        <p:spPr>
          <a:xfrm>
            <a:off x="5893005" y="3636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8"/>
          <p:cNvSpPr/>
          <p:nvPr/>
        </p:nvSpPr>
        <p:spPr>
          <a:xfrm>
            <a:off x="4021005" y="4140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8"/>
          <p:cNvSpPr/>
          <p:nvPr/>
        </p:nvSpPr>
        <p:spPr>
          <a:xfrm>
            <a:off x="14878605" y="4140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8"/>
          <p:cNvSpPr txBox="1"/>
          <p:nvPr/>
        </p:nvSpPr>
        <p:spPr>
          <a:xfrm>
            <a:off x="1800000" y="4896000"/>
            <a:ext cx="1714281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何韶然</a:t>
            </a:r>
          </a:p>
        </p:txBody>
      </p:sp>
      <p:sp>
        <p:nvSpPr>
          <p:cNvPr id="29" name="分隔左8"/>
          <p:cNvSpPr/>
          <p:nvPr/>
        </p:nvSpPr>
        <p:spPr>
          <a:xfrm>
            <a:off x="4661945" y="8949600"/>
            <a:ext cx="518386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8"/>
          <p:cNvSpPr/>
          <p:nvPr/>
        </p:nvSpPr>
        <p:spPr>
          <a:xfrm>
            <a:off x="10493805" y="8949600"/>
            <a:ext cx="518386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8"/>
          <p:cNvSpPr/>
          <p:nvPr/>
        </p:nvSpPr>
        <p:spPr>
          <a:xfrm>
            <a:off x="9971805" y="8769600"/>
            <a:ext cx="396000" cy="396000"/>
          </a:xfrm>
          <a:prstGeom prst="diamond">
            <a:avLst/>
          </a:prstGeom>
          <a:solidFill>
            <a:srgbClr val="FFD27A"/>
          </a:solidFill>
          <a:ln>
            <a:noFill/>
          </a:ln>
        </p:spPr>
        <p:txBody>
          <a:bodyPr rtlCol="0" anchor="ctr"/>
          <a:lstStyle/>
          <a:p>
            <a:pPr algn="ctr"/>
          </a:p>
        </p:txBody>
      </p:sp>
      <p:sp>
        <p:nvSpPr>
          <p:cNvPr id="32" name="单位框8"/>
          <p:cNvSpPr/>
          <p:nvPr/>
        </p:nvSpPr>
        <p:spPr>
          <a:xfrm>
            <a:off x="6827565" y="9633600"/>
            <a:ext cx="668448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8"/>
          <p:cNvSpPr txBox="1"/>
          <p:nvPr/>
        </p:nvSpPr>
        <p:spPr>
          <a:xfrm>
            <a:off x="6827565" y="9633600"/>
            <a:ext cx="682560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运行二处</a:t>
            </a:r>
          </a:p>
        </p:txBody>
      </p:sp>
      <p:sp>
        <p:nvSpPr>
          <p:cNvPr id="34" name="事迹8"/>
          <p:cNvSpPr txBox="1"/>
          <p:nvPr/>
        </p:nvSpPr>
        <p:spPr>
          <a:xfrm>
            <a:off x="2808000" y="12096000"/>
            <a:ext cx="14723610" cy="2448000"/>
          </a:xfrm>
          <a:prstGeom prst="rect">
            <a:avLst/>
          </a:prstGeom>
          <a:noFill/>
        </p:spPr>
        <p:txBody>
          <a:bodyPr wrap="square" lIns="0" rIns="0" tIns="0" bIns="0" anchor="ctr">
            <a:noAutofit/>
          </a:bodyPr>
          <a:lstStyle/>
          <a:p>
            <a:pPr algn="ctr">
              <a:lnSpc>
                <a:spcPts val="8929"/>
              </a:lnSpc>
            </a:pPr>
            <a:r>
              <a:rPr sz="5952" b="1">
                <a:solidFill>
                  <a:srgbClr val="FFF3D6"/>
                </a:solidFill>
                <a:latin typeface="Microsoft YaHei"/>
                <a:ea typeface="微软雅黑"/>
              </a:rPr>
              <a:t>“深入思考，充分质疑，消除主给水泵安全隐患”</a:t>
            </a:r>
          </a:p>
        </p:txBody>
      </p:sp>
      <p:sp>
        <p:nvSpPr>
          <p:cNvPr id="35" name="标题8"/>
          <p:cNvSpPr txBox="1"/>
          <p:nvPr/>
        </p:nvSpPr>
        <p:spPr>
          <a:xfrm>
            <a:off x="36990195" y="3060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6" name="标题线左8"/>
          <p:cNvSpPr/>
          <p:nvPr/>
        </p:nvSpPr>
        <p:spPr>
          <a:xfrm>
            <a:off x="32580390" y="3654000"/>
            <a:ext cx="3689805"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7" name="标题线右8"/>
          <p:cNvSpPr/>
          <p:nvPr/>
        </p:nvSpPr>
        <p:spPr>
          <a:xfrm>
            <a:off x="44190195" y="3654000"/>
            <a:ext cx="3689805"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8" name="标题菱左8"/>
          <p:cNvSpPr/>
          <p:nvPr/>
        </p:nvSpPr>
        <p:spPr>
          <a:xfrm>
            <a:off x="36270195" y="3564000"/>
            <a:ext cx="216000" cy="216000"/>
          </a:xfrm>
          <a:prstGeom prst="diamond">
            <a:avLst/>
          </a:prstGeom>
          <a:solidFill>
            <a:srgbClr val="FFD27A"/>
          </a:solidFill>
          <a:ln>
            <a:noFill/>
          </a:ln>
        </p:spPr>
        <p:txBody>
          <a:bodyPr rtlCol="0" anchor="ctr"/>
          <a:lstStyle/>
          <a:p>
            <a:pPr algn="ctr"/>
          </a:p>
        </p:txBody>
      </p:sp>
      <p:sp>
        <p:nvSpPr>
          <p:cNvPr id="39" name="标题菱右8"/>
          <p:cNvSpPr/>
          <p:nvPr/>
        </p:nvSpPr>
        <p:spPr>
          <a:xfrm>
            <a:off x="43974195" y="3564000"/>
            <a:ext cx="216000" cy="216000"/>
          </a:xfrm>
          <a:prstGeom prst="diamond">
            <a:avLst/>
          </a:prstGeom>
          <a:solidFill>
            <a:srgbClr val="FFD27A"/>
          </a:solidFill>
          <a:ln>
            <a:noFill/>
          </a:ln>
        </p:spPr>
        <p:txBody>
          <a:bodyPr rtlCol="0" anchor="ctr"/>
          <a:lstStyle/>
          <a:p>
            <a:pPr algn="ctr"/>
          </a:p>
        </p:txBody>
      </p:sp>
      <p:sp>
        <p:nvSpPr>
          <p:cNvPr id="40" name="介绍8"/>
          <p:cNvSpPr txBox="1"/>
          <p:nvPr/>
        </p:nvSpPr>
        <p:spPr>
          <a:xfrm>
            <a:off x="32580390" y="4824000"/>
            <a:ext cx="15299610" cy="10116000"/>
          </a:xfrm>
          <a:prstGeom prst="rect">
            <a:avLst/>
          </a:prstGeom>
          <a:noFill/>
        </p:spPr>
        <p:txBody>
          <a:bodyPr wrap="square" lIns="0" rIns="0" tIns="0" bIns="0" anchor="ctr">
            <a:noAutofit/>
          </a:bodyPr>
          <a:lstStyle/>
          <a:p>
            <a:pPr algn="just" marL="0" indent="1656000">
              <a:lnSpc>
                <a:spcPts val="11083"/>
              </a:lnSpc>
            </a:pPr>
            <a:r>
              <a:rPr sz="6519" b="0">
                <a:solidFill>
                  <a:srgbClr val="FFF3E2"/>
                </a:solidFill>
                <a:latin typeface="Microsoft YaHei"/>
                <a:ea typeface="微软雅黑"/>
              </a:rPr>
              <a:t>何韶然深入思考，充分质疑，消除主给水泵安全隐患。何韶然不轻易放过任何隐患，不盲目接受现有逻辑设计，在发现调试机组存在隐患后主动反馈一期生产机组，实现了运行经验指导调试和调试经验反哺运行的双向联动，用实际行动践行了核安全文化核心理念。</a:t>
            </a:r>
          </a:p>
        </p:txBody>
      </p:sp>
      <p:sp>
        <p:nvSpPr>
          <p:cNvPr id="41" name="返回8">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卡框9"/>
          <p:cNvSpPr/>
          <p:nvPr/>
        </p:nvSpPr>
        <p:spPr>
          <a:xfrm>
            <a:off x="99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3" name="衬纸9"/>
          <p:cNvSpPr/>
          <p:nvPr/>
        </p:nvSpPr>
        <p:spPr>
          <a:xfrm>
            <a:off x="1080000" y="7650000"/>
            <a:ext cx="5400000" cy="4104000"/>
          </a:xfrm>
          <a:prstGeom prst="rect">
            <a:avLst/>
          </a:prstGeom>
          <a:solidFill>
            <a:srgbClr val="FFFAF0"/>
          </a:solidFill>
          <a:ln>
            <a:noFill/>
          </a:ln>
        </p:spPr>
        <p:txBody>
          <a:bodyPr rtlCol="0" anchor="ctr"/>
          <a:lstStyle/>
          <a:p>
            <a:pPr algn="ctr"/>
          </a:p>
        </p:txBody>
      </p:sp>
      <p:pic>
        <p:nvPicPr>
          <p:cNvPr id="4" name="!!p9" descr="image.jpg"/>
          <p:cNvPicPr>
            <a:picLocks noChangeAspect="1"/>
          </p:cNvPicPr>
          <p:nvPr/>
        </p:nvPicPr>
        <p:blipFill>
          <a:blip r:embed="rId2"/>
          <a:srcRect/>
          <a:stretch>
            <a:fillRect/>
          </a:stretch>
        </p:blipFill>
        <p:spPr>
          <a:xfrm>
            <a:off x="1170000" y="7740000"/>
            <a:ext cx="5220000" cy="3924000"/>
          </a:xfrm>
          <a:prstGeom prst="rect">
            <a:avLst/>
          </a:prstGeom>
        </p:spPr>
      </p:pic>
      <p:sp>
        <p:nvSpPr>
          <p:cNvPr id="5" name="名牌底9"/>
          <p:cNvSpPr/>
          <p:nvPr/>
        </p:nvSpPr>
        <p:spPr>
          <a:xfrm>
            <a:off x="108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6" name="名牌金线9"/>
          <p:cNvSpPr/>
          <p:nvPr/>
        </p:nvSpPr>
        <p:spPr>
          <a:xfrm>
            <a:off x="1080000" y="11754000"/>
            <a:ext cx="5400000" cy="54000"/>
          </a:xfrm>
          <a:prstGeom prst="rect">
            <a:avLst/>
          </a:prstGeom>
          <a:solidFill>
            <a:srgbClr val="FFDC8C"/>
          </a:solidFill>
          <a:ln>
            <a:noFill/>
          </a:ln>
        </p:spPr>
        <p:txBody>
          <a:bodyPr rtlCol="0" anchor="ctr"/>
          <a:lstStyle/>
          <a:p>
            <a:pPr algn="ctr"/>
          </a:p>
        </p:txBody>
      </p:sp>
      <p:sp>
        <p:nvSpPr>
          <p:cNvPr id="7" name="名牌9"/>
          <p:cNvSpPr txBox="1"/>
          <p:nvPr/>
        </p:nvSpPr>
        <p:spPr>
          <a:xfrm>
            <a:off x="108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人员09</a:t>
            </a:r>
          </a:p>
          <a:p>
            <a:pPr algn="ctr"/>
            <a:r>
              <a:rPr sz="3259" b="0">
                <a:solidFill>
                  <a:srgbClr val="FFF1D6"/>
                </a:solidFill>
                <a:latin typeface="Microsoft YaHei"/>
                <a:ea typeface="微软雅黑"/>
              </a:rPr>
              <a:t>单位待补充</a:t>
            </a:r>
          </a:p>
        </p:txBody>
      </p:sp>
      <p:sp>
        <p:nvSpPr>
          <p:cNvPr id="8" name="热区9">
            <a:hlinkClick action="ppaction://hlinksldjump" r:id="rId3"/>
          </p:cNvPr>
          <p:cNvSpPr/>
          <p:nvPr/>
        </p:nvSpPr>
        <p:spPr>
          <a:xfrm>
            <a:off x="990000" y="7560000"/>
            <a:ext cx="5580000" cy="5832000"/>
          </a:xfrm>
          <a:prstGeom prst="rect">
            <a:avLst/>
          </a:prstGeom>
          <a:solidFill>
            <a:srgbClr val="000000">
              <a:alpha val="0"/>
            </a:srgbClr>
          </a:solidFill>
          <a:ln>
            <a:noFill/>
          </a:ln>
        </p:spPr>
        <p:txBody>
          <a:bodyPr rtlCol="0" anchor="ctr"/>
          <a:lstStyle/>
          <a:p>
            <a:pPr algn="ctr"/>
          </a:p>
        </p:txBody>
      </p:sp>
      <p:sp>
        <p:nvSpPr>
          <p:cNvPr id="9" name="卡框10"/>
          <p:cNvSpPr/>
          <p:nvPr/>
        </p:nvSpPr>
        <p:spPr>
          <a:xfrm>
            <a:off x="711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0" name="衬纸10"/>
          <p:cNvSpPr/>
          <p:nvPr/>
        </p:nvSpPr>
        <p:spPr>
          <a:xfrm>
            <a:off x="7200000" y="7650000"/>
            <a:ext cx="5400000" cy="4104000"/>
          </a:xfrm>
          <a:prstGeom prst="rect">
            <a:avLst/>
          </a:prstGeom>
          <a:solidFill>
            <a:srgbClr val="FFFAF0"/>
          </a:solidFill>
          <a:ln>
            <a:noFill/>
          </a:ln>
        </p:spPr>
        <p:txBody>
          <a:bodyPr rtlCol="0" anchor="ctr"/>
          <a:lstStyle/>
          <a:p>
            <a:pPr algn="ctr"/>
          </a:p>
        </p:txBody>
      </p:sp>
      <p:pic>
        <p:nvPicPr>
          <p:cNvPr id="11" name="!!p10" descr="image.jpg"/>
          <p:cNvPicPr>
            <a:picLocks noChangeAspect="1"/>
          </p:cNvPicPr>
          <p:nvPr/>
        </p:nvPicPr>
        <p:blipFill>
          <a:blip r:embed="rId2"/>
          <a:srcRect/>
          <a:stretch>
            <a:fillRect/>
          </a:stretch>
        </p:blipFill>
        <p:spPr>
          <a:xfrm>
            <a:off x="7290000" y="7740000"/>
            <a:ext cx="5220000" cy="3924000"/>
          </a:xfrm>
          <a:prstGeom prst="rect">
            <a:avLst/>
          </a:prstGeom>
        </p:spPr>
      </p:pic>
      <p:sp>
        <p:nvSpPr>
          <p:cNvPr id="12" name="名牌底10"/>
          <p:cNvSpPr/>
          <p:nvPr/>
        </p:nvSpPr>
        <p:spPr>
          <a:xfrm>
            <a:off x="720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13" name="名牌金线10"/>
          <p:cNvSpPr/>
          <p:nvPr/>
        </p:nvSpPr>
        <p:spPr>
          <a:xfrm>
            <a:off x="7200000" y="11754000"/>
            <a:ext cx="5400000" cy="54000"/>
          </a:xfrm>
          <a:prstGeom prst="rect">
            <a:avLst/>
          </a:prstGeom>
          <a:solidFill>
            <a:srgbClr val="FFDC8C"/>
          </a:solidFill>
          <a:ln>
            <a:noFill/>
          </a:ln>
        </p:spPr>
        <p:txBody>
          <a:bodyPr rtlCol="0" anchor="ctr"/>
          <a:lstStyle/>
          <a:p>
            <a:pPr algn="ctr"/>
          </a:p>
        </p:txBody>
      </p:sp>
      <p:sp>
        <p:nvSpPr>
          <p:cNvPr id="14" name="名牌10"/>
          <p:cNvSpPr txBox="1"/>
          <p:nvPr/>
        </p:nvSpPr>
        <p:spPr>
          <a:xfrm>
            <a:off x="720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人员10</a:t>
            </a:r>
          </a:p>
          <a:p>
            <a:pPr algn="ctr"/>
            <a:r>
              <a:rPr sz="3259" b="0">
                <a:solidFill>
                  <a:srgbClr val="FFF1D6"/>
                </a:solidFill>
                <a:latin typeface="Microsoft YaHei"/>
                <a:ea typeface="微软雅黑"/>
              </a:rPr>
              <a:t>单位待补充</a:t>
            </a:r>
          </a:p>
        </p:txBody>
      </p:sp>
      <p:sp>
        <p:nvSpPr>
          <p:cNvPr id="15" name="热区10">
            <a:hlinkClick action="ppaction://hlinksldjump" r:id="rId4"/>
          </p:cNvPr>
          <p:cNvSpPr/>
          <p:nvPr/>
        </p:nvSpPr>
        <p:spPr>
          <a:xfrm>
            <a:off x="7110000" y="7560000"/>
            <a:ext cx="5580000" cy="5832000"/>
          </a:xfrm>
          <a:prstGeom prst="rect">
            <a:avLst/>
          </a:prstGeom>
          <a:solidFill>
            <a:srgbClr val="000000">
              <a:alpha val="0"/>
            </a:srgbClr>
          </a:solidFill>
          <a:ln>
            <a:noFill/>
          </a:ln>
        </p:spPr>
        <p:txBody>
          <a:bodyPr rtlCol="0" anchor="ctr"/>
          <a:lstStyle/>
          <a:p>
            <a:pPr algn="ctr"/>
          </a:p>
        </p:txBody>
      </p:sp>
      <p:sp>
        <p:nvSpPr>
          <p:cNvPr id="16" name="卡框11"/>
          <p:cNvSpPr/>
          <p:nvPr/>
        </p:nvSpPr>
        <p:spPr>
          <a:xfrm>
            <a:off x="1323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7" name="衬纸11"/>
          <p:cNvSpPr/>
          <p:nvPr/>
        </p:nvSpPr>
        <p:spPr>
          <a:xfrm>
            <a:off x="13320000" y="7650000"/>
            <a:ext cx="5400000" cy="4104000"/>
          </a:xfrm>
          <a:prstGeom prst="rect">
            <a:avLst/>
          </a:prstGeom>
          <a:solidFill>
            <a:srgbClr val="FFFAF0"/>
          </a:solidFill>
          <a:ln>
            <a:noFill/>
          </a:ln>
        </p:spPr>
        <p:txBody>
          <a:bodyPr rtlCol="0" anchor="ctr"/>
          <a:lstStyle/>
          <a:p>
            <a:pPr algn="ctr"/>
          </a:p>
        </p:txBody>
      </p:sp>
      <p:pic>
        <p:nvPicPr>
          <p:cNvPr id="18" name="!!p11" descr="image.jpg"/>
          <p:cNvPicPr>
            <a:picLocks noChangeAspect="1"/>
          </p:cNvPicPr>
          <p:nvPr/>
        </p:nvPicPr>
        <p:blipFill>
          <a:blip r:embed="rId2"/>
          <a:srcRect/>
          <a:stretch>
            <a:fillRect/>
          </a:stretch>
        </p:blipFill>
        <p:spPr>
          <a:xfrm>
            <a:off x="13410000" y="7740000"/>
            <a:ext cx="5220000" cy="3924000"/>
          </a:xfrm>
          <a:prstGeom prst="rect">
            <a:avLst/>
          </a:prstGeom>
        </p:spPr>
      </p:pic>
      <p:sp>
        <p:nvSpPr>
          <p:cNvPr id="19" name="名牌底11"/>
          <p:cNvSpPr/>
          <p:nvPr/>
        </p:nvSpPr>
        <p:spPr>
          <a:xfrm>
            <a:off x="1332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20" name="名牌金线11"/>
          <p:cNvSpPr/>
          <p:nvPr/>
        </p:nvSpPr>
        <p:spPr>
          <a:xfrm>
            <a:off x="13320000" y="11754000"/>
            <a:ext cx="5400000" cy="54000"/>
          </a:xfrm>
          <a:prstGeom prst="rect">
            <a:avLst/>
          </a:prstGeom>
          <a:solidFill>
            <a:srgbClr val="FFDC8C"/>
          </a:solidFill>
          <a:ln>
            <a:noFill/>
          </a:ln>
        </p:spPr>
        <p:txBody>
          <a:bodyPr rtlCol="0" anchor="ctr"/>
          <a:lstStyle/>
          <a:p>
            <a:pPr algn="ctr"/>
          </a:p>
        </p:txBody>
      </p:sp>
      <p:sp>
        <p:nvSpPr>
          <p:cNvPr id="21" name="名牌11"/>
          <p:cNvSpPr txBox="1"/>
          <p:nvPr/>
        </p:nvSpPr>
        <p:spPr>
          <a:xfrm>
            <a:off x="1332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人员11</a:t>
            </a:r>
          </a:p>
          <a:p>
            <a:pPr algn="ctr"/>
            <a:r>
              <a:rPr sz="3259" b="0">
                <a:solidFill>
                  <a:srgbClr val="FFF1D6"/>
                </a:solidFill>
                <a:latin typeface="Microsoft YaHei"/>
                <a:ea typeface="微软雅黑"/>
              </a:rPr>
              <a:t>单位待补充</a:t>
            </a:r>
          </a:p>
        </p:txBody>
      </p:sp>
      <p:sp>
        <p:nvSpPr>
          <p:cNvPr id="22" name="热区11">
            <a:hlinkClick action="ppaction://hlinksldjump" r:id="rId5"/>
          </p:cNvPr>
          <p:cNvSpPr/>
          <p:nvPr/>
        </p:nvSpPr>
        <p:spPr>
          <a:xfrm>
            <a:off x="13230000" y="7560000"/>
            <a:ext cx="5580000" cy="5832000"/>
          </a:xfrm>
          <a:prstGeom prst="rect">
            <a:avLst/>
          </a:prstGeom>
          <a:solidFill>
            <a:srgbClr val="000000">
              <a:alpha val="0"/>
            </a:srgbClr>
          </a:solidFill>
          <a:ln>
            <a:noFill/>
          </a:ln>
        </p:spPr>
        <p:txBody>
          <a:bodyPr rtlCol="0" anchor="ctr"/>
          <a:lstStyle/>
          <a:p>
            <a:pPr algn="ctr"/>
          </a:p>
        </p:txBody>
      </p:sp>
      <p:sp>
        <p:nvSpPr>
          <p:cNvPr id="23" name="卡框12"/>
          <p:cNvSpPr/>
          <p:nvPr/>
        </p:nvSpPr>
        <p:spPr>
          <a:xfrm>
            <a:off x="1935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24" name="衬纸12"/>
          <p:cNvSpPr/>
          <p:nvPr/>
        </p:nvSpPr>
        <p:spPr>
          <a:xfrm>
            <a:off x="19440000" y="7650000"/>
            <a:ext cx="5400000" cy="4104000"/>
          </a:xfrm>
          <a:prstGeom prst="rect">
            <a:avLst/>
          </a:prstGeom>
          <a:solidFill>
            <a:srgbClr val="FFFAF0"/>
          </a:solidFill>
          <a:ln>
            <a:noFill/>
          </a:ln>
        </p:spPr>
        <p:txBody>
          <a:bodyPr rtlCol="0" anchor="ctr"/>
          <a:lstStyle/>
          <a:p>
            <a:pPr algn="ctr"/>
          </a:p>
        </p:txBody>
      </p:sp>
      <p:pic>
        <p:nvPicPr>
          <p:cNvPr id="25" name="!!p12" descr="image.jpg"/>
          <p:cNvPicPr>
            <a:picLocks noChangeAspect="1"/>
          </p:cNvPicPr>
          <p:nvPr/>
        </p:nvPicPr>
        <p:blipFill>
          <a:blip r:embed="rId2"/>
          <a:srcRect/>
          <a:stretch>
            <a:fillRect/>
          </a:stretch>
        </p:blipFill>
        <p:spPr>
          <a:xfrm>
            <a:off x="19530000" y="7740000"/>
            <a:ext cx="5220000" cy="3924000"/>
          </a:xfrm>
          <a:prstGeom prst="rect">
            <a:avLst/>
          </a:prstGeom>
        </p:spPr>
      </p:pic>
      <p:sp>
        <p:nvSpPr>
          <p:cNvPr id="26" name="名牌底12"/>
          <p:cNvSpPr/>
          <p:nvPr/>
        </p:nvSpPr>
        <p:spPr>
          <a:xfrm>
            <a:off x="1944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27" name="名牌金线12"/>
          <p:cNvSpPr/>
          <p:nvPr/>
        </p:nvSpPr>
        <p:spPr>
          <a:xfrm>
            <a:off x="19440000" y="11754000"/>
            <a:ext cx="5400000" cy="54000"/>
          </a:xfrm>
          <a:prstGeom prst="rect">
            <a:avLst/>
          </a:prstGeom>
          <a:solidFill>
            <a:srgbClr val="FFDC8C"/>
          </a:solidFill>
          <a:ln>
            <a:noFill/>
          </a:ln>
        </p:spPr>
        <p:txBody>
          <a:bodyPr rtlCol="0" anchor="ctr"/>
          <a:lstStyle/>
          <a:p>
            <a:pPr algn="ctr"/>
          </a:p>
        </p:txBody>
      </p:sp>
      <p:sp>
        <p:nvSpPr>
          <p:cNvPr id="28" name="名牌12"/>
          <p:cNvSpPr txBox="1"/>
          <p:nvPr/>
        </p:nvSpPr>
        <p:spPr>
          <a:xfrm>
            <a:off x="1944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人员12</a:t>
            </a:r>
          </a:p>
          <a:p>
            <a:pPr algn="ctr"/>
            <a:r>
              <a:rPr sz="3259" b="0">
                <a:solidFill>
                  <a:srgbClr val="FFF1D6"/>
                </a:solidFill>
                <a:latin typeface="Microsoft YaHei"/>
                <a:ea typeface="微软雅黑"/>
              </a:rPr>
              <a:t>单位待补充</a:t>
            </a:r>
          </a:p>
        </p:txBody>
      </p:sp>
      <p:sp>
        <p:nvSpPr>
          <p:cNvPr id="29" name="热区12">
            <a:hlinkClick action="ppaction://hlinksldjump" r:id="rId6"/>
          </p:cNvPr>
          <p:cNvSpPr/>
          <p:nvPr/>
        </p:nvSpPr>
        <p:spPr>
          <a:xfrm>
            <a:off x="19350000" y="7560000"/>
            <a:ext cx="5580000" cy="5832000"/>
          </a:xfrm>
          <a:prstGeom prst="rect">
            <a:avLst/>
          </a:prstGeom>
          <a:solidFill>
            <a:srgbClr val="000000">
              <a:alpha val="0"/>
            </a:srgbClr>
          </a:solidFill>
          <a:ln>
            <a:noFill/>
          </a:ln>
        </p:spPr>
        <p:txBody>
          <a:bodyPr rtlCol="0" anchor="ctr"/>
          <a:lstStyle/>
          <a:p>
            <a:pPr algn="ctr"/>
          </a:p>
        </p:txBody>
      </p:sp>
      <p:sp>
        <p:nvSpPr>
          <p:cNvPr id="30" name="卡框13"/>
          <p:cNvSpPr/>
          <p:nvPr/>
        </p:nvSpPr>
        <p:spPr>
          <a:xfrm>
            <a:off x="2547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31" name="衬纸13"/>
          <p:cNvSpPr/>
          <p:nvPr/>
        </p:nvSpPr>
        <p:spPr>
          <a:xfrm>
            <a:off x="25560000" y="7650000"/>
            <a:ext cx="5400000" cy="4104000"/>
          </a:xfrm>
          <a:prstGeom prst="rect">
            <a:avLst/>
          </a:prstGeom>
          <a:solidFill>
            <a:srgbClr val="FFFAF0"/>
          </a:solidFill>
          <a:ln>
            <a:noFill/>
          </a:ln>
        </p:spPr>
        <p:txBody>
          <a:bodyPr rtlCol="0" anchor="ctr"/>
          <a:lstStyle/>
          <a:p>
            <a:pPr algn="ctr"/>
          </a:p>
        </p:txBody>
      </p:sp>
      <p:pic>
        <p:nvPicPr>
          <p:cNvPr id="32" name="!!p13" descr="image.jpg"/>
          <p:cNvPicPr>
            <a:picLocks noChangeAspect="1"/>
          </p:cNvPicPr>
          <p:nvPr/>
        </p:nvPicPr>
        <p:blipFill>
          <a:blip r:embed="rId2"/>
          <a:srcRect/>
          <a:stretch>
            <a:fillRect/>
          </a:stretch>
        </p:blipFill>
        <p:spPr>
          <a:xfrm>
            <a:off x="25650000" y="7740000"/>
            <a:ext cx="5220000" cy="3924000"/>
          </a:xfrm>
          <a:prstGeom prst="rect">
            <a:avLst/>
          </a:prstGeom>
        </p:spPr>
      </p:pic>
      <p:sp>
        <p:nvSpPr>
          <p:cNvPr id="33" name="名牌底13"/>
          <p:cNvSpPr/>
          <p:nvPr/>
        </p:nvSpPr>
        <p:spPr>
          <a:xfrm>
            <a:off x="2556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34" name="名牌金线13"/>
          <p:cNvSpPr/>
          <p:nvPr/>
        </p:nvSpPr>
        <p:spPr>
          <a:xfrm>
            <a:off x="25560000" y="11754000"/>
            <a:ext cx="5400000" cy="54000"/>
          </a:xfrm>
          <a:prstGeom prst="rect">
            <a:avLst/>
          </a:prstGeom>
          <a:solidFill>
            <a:srgbClr val="FFDC8C"/>
          </a:solidFill>
          <a:ln>
            <a:noFill/>
          </a:ln>
        </p:spPr>
        <p:txBody>
          <a:bodyPr rtlCol="0" anchor="ctr"/>
          <a:lstStyle/>
          <a:p>
            <a:pPr algn="ctr"/>
          </a:p>
        </p:txBody>
      </p:sp>
      <p:sp>
        <p:nvSpPr>
          <p:cNvPr id="35" name="名牌13"/>
          <p:cNvSpPr txBox="1"/>
          <p:nvPr/>
        </p:nvSpPr>
        <p:spPr>
          <a:xfrm>
            <a:off x="2556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人员13</a:t>
            </a:r>
          </a:p>
          <a:p>
            <a:pPr algn="ctr"/>
            <a:r>
              <a:rPr sz="3259" b="0">
                <a:solidFill>
                  <a:srgbClr val="FFF1D6"/>
                </a:solidFill>
                <a:latin typeface="Microsoft YaHei"/>
                <a:ea typeface="微软雅黑"/>
              </a:rPr>
              <a:t>单位待补充</a:t>
            </a:r>
          </a:p>
        </p:txBody>
      </p:sp>
      <p:sp>
        <p:nvSpPr>
          <p:cNvPr id="36" name="热区13">
            <a:hlinkClick action="ppaction://hlinksldjump" r:id="rId7"/>
          </p:cNvPr>
          <p:cNvSpPr/>
          <p:nvPr/>
        </p:nvSpPr>
        <p:spPr>
          <a:xfrm>
            <a:off x="25470000" y="7560000"/>
            <a:ext cx="5580000" cy="5832000"/>
          </a:xfrm>
          <a:prstGeom prst="rect">
            <a:avLst/>
          </a:prstGeom>
          <a:solidFill>
            <a:srgbClr val="000000">
              <a:alpha val="0"/>
            </a:srgbClr>
          </a:solidFill>
          <a:ln>
            <a:noFill/>
          </a:ln>
        </p:spPr>
        <p:txBody>
          <a:bodyPr rtlCol="0" anchor="ctr"/>
          <a:lstStyle/>
          <a:p>
            <a:pPr algn="ctr"/>
          </a:p>
        </p:txBody>
      </p:sp>
      <p:sp>
        <p:nvSpPr>
          <p:cNvPr id="37" name="卡框14"/>
          <p:cNvSpPr/>
          <p:nvPr/>
        </p:nvSpPr>
        <p:spPr>
          <a:xfrm>
            <a:off x="3159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38" name="衬纸14"/>
          <p:cNvSpPr/>
          <p:nvPr/>
        </p:nvSpPr>
        <p:spPr>
          <a:xfrm>
            <a:off x="31680000" y="7650000"/>
            <a:ext cx="5400000" cy="4104000"/>
          </a:xfrm>
          <a:prstGeom prst="rect">
            <a:avLst/>
          </a:prstGeom>
          <a:solidFill>
            <a:srgbClr val="FFFAF0"/>
          </a:solidFill>
          <a:ln>
            <a:noFill/>
          </a:ln>
        </p:spPr>
        <p:txBody>
          <a:bodyPr rtlCol="0" anchor="ctr"/>
          <a:lstStyle/>
          <a:p>
            <a:pPr algn="ctr"/>
          </a:p>
        </p:txBody>
      </p:sp>
      <p:pic>
        <p:nvPicPr>
          <p:cNvPr id="39" name="!!p14" descr="image.jpg"/>
          <p:cNvPicPr>
            <a:picLocks noChangeAspect="1"/>
          </p:cNvPicPr>
          <p:nvPr/>
        </p:nvPicPr>
        <p:blipFill>
          <a:blip r:embed="rId2"/>
          <a:srcRect/>
          <a:stretch>
            <a:fillRect/>
          </a:stretch>
        </p:blipFill>
        <p:spPr>
          <a:xfrm>
            <a:off x="31770000" y="7740000"/>
            <a:ext cx="5220000" cy="3924000"/>
          </a:xfrm>
          <a:prstGeom prst="rect">
            <a:avLst/>
          </a:prstGeom>
        </p:spPr>
      </p:pic>
      <p:sp>
        <p:nvSpPr>
          <p:cNvPr id="40" name="名牌底14"/>
          <p:cNvSpPr/>
          <p:nvPr/>
        </p:nvSpPr>
        <p:spPr>
          <a:xfrm>
            <a:off x="3168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41" name="名牌金线14"/>
          <p:cNvSpPr/>
          <p:nvPr/>
        </p:nvSpPr>
        <p:spPr>
          <a:xfrm>
            <a:off x="31680000" y="11754000"/>
            <a:ext cx="5400000" cy="54000"/>
          </a:xfrm>
          <a:prstGeom prst="rect">
            <a:avLst/>
          </a:prstGeom>
          <a:solidFill>
            <a:srgbClr val="FFDC8C"/>
          </a:solidFill>
          <a:ln>
            <a:noFill/>
          </a:ln>
        </p:spPr>
        <p:txBody>
          <a:bodyPr rtlCol="0" anchor="ctr"/>
          <a:lstStyle/>
          <a:p>
            <a:pPr algn="ctr"/>
          </a:p>
        </p:txBody>
      </p:sp>
      <p:sp>
        <p:nvSpPr>
          <p:cNvPr id="42" name="名牌14"/>
          <p:cNvSpPr txBox="1"/>
          <p:nvPr/>
        </p:nvSpPr>
        <p:spPr>
          <a:xfrm>
            <a:off x="3168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人员14</a:t>
            </a:r>
          </a:p>
          <a:p>
            <a:pPr algn="ctr"/>
            <a:r>
              <a:rPr sz="3259" b="0">
                <a:solidFill>
                  <a:srgbClr val="FFF1D6"/>
                </a:solidFill>
                <a:latin typeface="Microsoft YaHei"/>
                <a:ea typeface="微软雅黑"/>
              </a:rPr>
              <a:t>单位待补充</a:t>
            </a:r>
          </a:p>
        </p:txBody>
      </p:sp>
      <p:sp>
        <p:nvSpPr>
          <p:cNvPr id="43" name="热区14">
            <a:hlinkClick action="ppaction://hlinksldjump" r:id="rId8"/>
          </p:cNvPr>
          <p:cNvSpPr/>
          <p:nvPr/>
        </p:nvSpPr>
        <p:spPr>
          <a:xfrm>
            <a:off x="31590000" y="7560000"/>
            <a:ext cx="5580000" cy="5832000"/>
          </a:xfrm>
          <a:prstGeom prst="rect">
            <a:avLst/>
          </a:prstGeom>
          <a:solidFill>
            <a:srgbClr val="000000">
              <a:alpha val="0"/>
            </a:srgbClr>
          </a:solidFill>
          <a:ln>
            <a:noFill/>
          </a:ln>
        </p:spPr>
        <p:txBody>
          <a:bodyPr rtlCol="0" anchor="ctr"/>
          <a:lstStyle/>
          <a:p>
            <a:pPr algn="ctr"/>
          </a:p>
        </p:txBody>
      </p:sp>
      <p:sp>
        <p:nvSpPr>
          <p:cNvPr id="44" name="卡框15"/>
          <p:cNvSpPr/>
          <p:nvPr/>
        </p:nvSpPr>
        <p:spPr>
          <a:xfrm>
            <a:off x="3771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45" name="衬纸15"/>
          <p:cNvSpPr/>
          <p:nvPr/>
        </p:nvSpPr>
        <p:spPr>
          <a:xfrm>
            <a:off x="37800000" y="7650000"/>
            <a:ext cx="5400000" cy="4104000"/>
          </a:xfrm>
          <a:prstGeom prst="rect">
            <a:avLst/>
          </a:prstGeom>
          <a:solidFill>
            <a:srgbClr val="FFFAF0"/>
          </a:solidFill>
          <a:ln>
            <a:noFill/>
          </a:ln>
        </p:spPr>
        <p:txBody>
          <a:bodyPr rtlCol="0" anchor="ctr"/>
          <a:lstStyle/>
          <a:p>
            <a:pPr algn="ctr"/>
          </a:p>
        </p:txBody>
      </p:sp>
      <p:pic>
        <p:nvPicPr>
          <p:cNvPr id="46" name="!!p15" descr="image.jpg"/>
          <p:cNvPicPr>
            <a:picLocks noChangeAspect="1"/>
          </p:cNvPicPr>
          <p:nvPr/>
        </p:nvPicPr>
        <p:blipFill>
          <a:blip r:embed="rId2"/>
          <a:srcRect/>
          <a:stretch>
            <a:fillRect/>
          </a:stretch>
        </p:blipFill>
        <p:spPr>
          <a:xfrm>
            <a:off x="37890000" y="7740000"/>
            <a:ext cx="5220000" cy="3924000"/>
          </a:xfrm>
          <a:prstGeom prst="rect">
            <a:avLst/>
          </a:prstGeom>
        </p:spPr>
      </p:pic>
      <p:sp>
        <p:nvSpPr>
          <p:cNvPr id="47" name="名牌底15"/>
          <p:cNvSpPr/>
          <p:nvPr/>
        </p:nvSpPr>
        <p:spPr>
          <a:xfrm>
            <a:off x="3780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48" name="名牌金线15"/>
          <p:cNvSpPr/>
          <p:nvPr/>
        </p:nvSpPr>
        <p:spPr>
          <a:xfrm>
            <a:off x="37800000" y="11754000"/>
            <a:ext cx="5400000" cy="54000"/>
          </a:xfrm>
          <a:prstGeom prst="rect">
            <a:avLst/>
          </a:prstGeom>
          <a:solidFill>
            <a:srgbClr val="FFDC8C"/>
          </a:solidFill>
          <a:ln>
            <a:noFill/>
          </a:ln>
        </p:spPr>
        <p:txBody>
          <a:bodyPr rtlCol="0" anchor="ctr"/>
          <a:lstStyle/>
          <a:p>
            <a:pPr algn="ctr"/>
          </a:p>
        </p:txBody>
      </p:sp>
      <p:sp>
        <p:nvSpPr>
          <p:cNvPr id="49" name="名牌15"/>
          <p:cNvSpPr txBox="1"/>
          <p:nvPr/>
        </p:nvSpPr>
        <p:spPr>
          <a:xfrm>
            <a:off x="3780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人员15</a:t>
            </a:r>
          </a:p>
          <a:p>
            <a:pPr algn="ctr"/>
            <a:r>
              <a:rPr sz="3259" b="0">
                <a:solidFill>
                  <a:srgbClr val="FFF1D6"/>
                </a:solidFill>
                <a:latin typeface="Microsoft YaHei"/>
                <a:ea typeface="微软雅黑"/>
              </a:rPr>
              <a:t>单位待补充</a:t>
            </a:r>
          </a:p>
        </p:txBody>
      </p:sp>
      <p:sp>
        <p:nvSpPr>
          <p:cNvPr id="50" name="热区15">
            <a:hlinkClick action="ppaction://hlinksldjump" r:id="rId9"/>
          </p:cNvPr>
          <p:cNvSpPr/>
          <p:nvPr/>
        </p:nvSpPr>
        <p:spPr>
          <a:xfrm>
            <a:off x="37710000" y="7560000"/>
            <a:ext cx="5580000" cy="5832000"/>
          </a:xfrm>
          <a:prstGeom prst="rect">
            <a:avLst/>
          </a:prstGeom>
          <a:solidFill>
            <a:srgbClr val="000000">
              <a:alpha val="0"/>
            </a:srgbClr>
          </a:solidFill>
          <a:ln>
            <a:noFill/>
          </a:ln>
        </p:spPr>
        <p:txBody>
          <a:bodyPr rtlCol="0" anchor="ctr"/>
          <a:lstStyle/>
          <a:p>
            <a:pPr algn="ctr"/>
          </a:p>
        </p:txBody>
      </p:sp>
      <p:sp>
        <p:nvSpPr>
          <p:cNvPr id="51" name="卡框16"/>
          <p:cNvSpPr/>
          <p:nvPr/>
        </p:nvSpPr>
        <p:spPr>
          <a:xfrm>
            <a:off x="4383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52" name="衬纸16"/>
          <p:cNvSpPr/>
          <p:nvPr/>
        </p:nvSpPr>
        <p:spPr>
          <a:xfrm>
            <a:off x="43920000" y="7650000"/>
            <a:ext cx="5400000" cy="4104000"/>
          </a:xfrm>
          <a:prstGeom prst="rect">
            <a:avLst/>
          </a:prstGeom>
          <a:solidFill>
            <a:srgbClr val="FFFAF0"/>
          </a:solidFill>
          <a:ln>
            <a:noFill/>
          </a:ln>
        </p:spPr>
        <p:txBody>
          <a:bodyPr rtlCol="0" anchor="ctr"/>
          <a:lstStyle/>
          <a:p>
            <a:pPr algn="ctr"/>
          </a:p>
        </p:txBody>
      </p:sp>
      <p:pic>
        <p:nvPicPr>
          <p:cNvPr id="53" name="!!p16" descr="image.jpg"/>
          <p:cNvPicPr>
            <a:picLocks noChangeAspect="1"/>
          </p:cNvPicPr>
          <p:nvPr/>
        </p:nvPicPr>
        <p:blipFill>
          <a:blip r:embed="rId2"/>
          <a:srcRect/>
          <a:stretch>
            <a:fillRect/>
          </a:stretch>
        </p:blipFill>
        <p:spPr>
          <a:xfrm>
            <a:off x="44010000" y="7740000"/>
            <a:ext cx="5220000" cy="3924000"/>
          </a:xfrm>
          <a:prstGeom prst="rect">
            <a:avLst/>
          </a:prstGeom>
        </p:spPr>
      </p:pic>
      <p:sp>
        <p:nvSpPr>
          <p:cNvPr id="54" name="名牌底16"/>
          <p:cNvSpPr/>
          <p:nvPr/>
        </p:nvSpPr>
        <p:spPr>
          <a:xfrm>
            <a:off x="4392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55" name="名牌金线16"/>
          <p:cNvSpPr/>
          <p:nvPr/>
        </p:nvSpPr>
        <p:spPr>
          <a:xfrm>
            <a:off x="43920000" y="11754000"/>
            <a:ext cx="5400000" cy="54000"/>
          </a:xfrm>
          <a:prstGeom prst="rect">
            <a:avLst/>
          </a:prstGeom>
          <a:solidFill>
            <a:srgbClr val="FFDC8C"/>
          </a:solidFill>
          <a:ln>
            <a:noFill/>
          </a:ln>
        </p:spPr>
        <p:txBody>
          <a:bodyPr rtlCol="0" anchor="ctr"/>
          <a:lstStyle/>
          <a:p>
            <a:pPr algn="ctr"/>
          </a:p>
        </p:txBody>
      </p:sp>
      <p:sp>
        <p:nvSpPr>
          <p:cNvPr id="56" name="名牌16"/>
          <p:cNvSpPr txBox="1"/>
          <p:nvPr/>
        </p:nvSpPr>
        <p:spPr>
          <a:xfrm>
            <a:off x="4392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人员16</a:t>
            </a:r>
          </a:p>
          <a:p>
            <a:pPr algn="ctr"/>
            <a:r>
              <a:rPr sz="3259" b="0">
                <a:solidFill>
                  <a:srgbClr val="FFF1D6"/>
                </a:solidFill>
                <a:latin typeface="Microsoft YaHei"/>
                <a:ea typeface="微软雅黑"/>
              </a:rPr>
              <a:t>单位待补充</a:t>
            </a:r>
          </a:p>
        </p:txBody>
      </p:sp>
      <p:sp>
        <p:nvSpPr>
          <p:cNvPr id="57" name="热区16">
            <a:hlinkClick action="ppaction://hlinksldjump" r:id="rId10"/>
          </p:cNvPr>
          <p:cNvSpPr/>
          <p:nvPr/>
        </p:nvSpPr>
        <p:spPr>
          <a:xfrm>
            <a:off x="43830000" y="7560000"/>
            <a:ext cx="5580000" cy="5832000"/>
          </a:xfrm>
          <a:prstGeom prst="rect">
            <a:avLst/>
          </a:prstGeom>
          <a:solidFill>
            <a:srgbClr val="000000">
              <a:alpha val="0"/>
            </a:srgbClr>
          </a:solidFill>
          <a:ln>
            <a:noFill/>
          </a:ln>
        </p:spPr>
        <p:txBody>
          <a:bodyPr rtlCol="0" anchor="ctr"/>
          <a:lstStyle/>
          <a:p>
            <a:pPr algn="ctr"/>
          </a:p>
        </p:txBody>
      </p:sp>
      <p:sp>
        <p:nvSpPr>
          <p:cNvPr id="58" name="上一页底"/>
          <p:cNvSpPr/>
          <p:nvPr/>
        </p:nvSpPr>
        <p:spPr>
          <a:xfrm>
            <a:off x="720000" y="17028000"/>
            <a:ext cx="3060000" cy="792000"/>
          </a:xfrm>
          <a:prstGeom prst="roundRect">
            <a:avLst>
              <a:gd name="adj" fmla="val 50000"/>
            </a:avLst>
          </a:prstGeom>
          <a:solidFill>
            <a:srgbClr val="3A0306">
              <a:alpha val="55000"/>
            </a:srgbClr>
          </a:solidFill>
          <a:ln w="36000">
            <a:solidFill>
              <a:srgbClr val="FFD27A"/>
            </a:solidFill>
          </a:ln>
        </p:spPr>
        <p:txBody>
          <a:bodyPr rtlCol="0" anchor="ctr"/>
          <a:lstStyle/>
          <a:p>
            <a:pPr algn="ctr"/>
          </a:p>
        </p:txBody>
      </p:sp>
      <p:sp>
        <p:nvSpPr>
          <p:cNvPr id="59" name="上一页字"/>
          <p:cNvSpPr txBox="1"/>
          <p:nvPr/>
        </p:nvSpPr>
        <p:spPr>
          <a:xfrm>
            <a:off x="720000" y="17028000"/>
            <a:ext cx="3060000" cy="792000"/>
          </a:xfrm>
          <a:prstGeom prst="rect">
            <a:avLst/>
          </a:prstGeom>
          <a:noFill/>
        </p:spPr>
        <p:txBody>
          <a:bodyPr wrap="square" lIns="0" rIns="0" tIns="0" bIns="0" anchor="ctr">
            <a:noAutofit/>
          </a:bodyPr>
          <a:lstStyle/>
          <a:p>
            <a:pPr algn="ctr"/>
            <a:r>
              <a:rPr sz="3401" b="0" spc="340">
                <a:solidFill>
                  <a:srgbClr val="FFD27A"/>
                </a:solidFill>
                <a:latin typeface="Microsoft YaHei"/>
                <a:ea typeface="微软雅黑"/>
              </a:rPr>
              <a:t>‹ 上一页</a:t>
            </a:r>
          </a:p>
        </p:txBody>
      </p:sp>
      <p:sp>
        <p:nvSpPr>
          <p:cNvPr id="60" name="上一页">
            <a:hlinkClick action="ppaction://hlinksldjump" r:id="rId11"/>
          </p:cNvPr>
          <p:cNvSpPr/>
          <p:nvPr/>
        </p:nvSpPr>
        <p:spPr>
          <a:xfrm>
            <a:off x="720000" y="17028000"/>
            <a:ext cx="3060000" cy="792000"/>
          </a:xfrm>
          <a:prstGeom prst="rect">
            <a:avLst/>
          </a:prstGeom>
          <a:solidFill>
            <a:srgbClr val="000000">
              <a:alpha val="0"/>
            </a:srgbClr>
          </a:solidFill>
          <a:ln>
            <a:noFill/>
          </a:ln>
        </p:spPr>
        <p:txBody>
          <a:bodyPr rtlCol="0" anchor="ctr"/>
          <a:lstStyle/>
          <a:p>
            <a:pPr algn="ctr"/>
          </a:p>
        </p:txBody>
      </p:sp>
      <p:sp>
        <p:nvSpPr>
          <p:cNvPr id="61" name="下一页底"/>
          <p:cNvSpPr/>
          <p:nvPr/>
        </p:nvSpPr>
        <p:spPr>
          <a:xfrm>
            <a:off x="46620000" y="17028000"/>
            <a:ext cx="3060000" cy="792000"/>
          </a:xfrm>
          <a:prstGeom prst="roundRect">
            <a:avLst>
              <a:gd name="adj" fmla="val 50000"/>
            </a:avLst>
          </a:prstGeom>
          <a:solidFill>
            <a:srgbClr val="3A0306">
              <a:alpha val="55000"/>
            </a:srgbClr>
          </a:solidFill>
          <a:ln w="36000">
            <a:solidFill>
              <a:srgbClr val="FFD27A"/>
            </a:solidFill>
          </a:ln>
        </p:spPr>
        <p:txBody>
          <a:bodyPr rtlCol="0" anchor="ctr"/>
          <a:lstStyle/>
          <a:p>
            <a:pPr algn="ctr"/>
          </a:p>
        </p:txBody>
      </p:sp>
      <p:sp>
        <p:nvSpPr>
          <p:cNvPr id="62" name="下一页字"/>
          <p:cNvSpPr txBox="1"/>
          <p:nvPr/>
        </p:nvSpPr>
        <p:spPr>
          <a:xfrm>
            <a:off x="46620000" y="17028000"/>
            <a:ext cx="3060000" cy="792000"/>
          </a:xfrm>
          <a:prstGeom prst="rect">
            <a:avLst/>
          </a:prstGeom>
          <a:noFill/>
        </p:spPr>
        <p:txBody>
          <a:bodyPr wrap="square" lIns="0" rIns="0" tIns="0" bIns="0" anchor="ctr">
            <a:noAutofit/>
          </a:bodyPr>
          <a:lstStyle/>
          <a:p>
            <a:pPr algn="ctr"/>
            <a:r>
              <a:rPr sz="3401" b="0" spc="340">
                <a:solidFill>
                  <a:srgbClr val="FFD27A"/>
                </a:solidFill>
                <a:latin typeface="Microsoft YaHei"/>
                <a:ea typeface="微软雅黑"/>
              </a:rPr>
              <a:t>下一页 ›</a:t>
            </a:r>
          </a:p>
        </p:txBody>
      </p:sp>
      <p:sp>
        <p:nvSpPr>
          <p:cNvPr id="63" name="下一页">
            <a:hlinkClick action="ppaction://hlinksldjump" r:id="rId12"/>
          </p:cNvPr>
          <p:cNvSpPr/>
          <p:nvPr/>
        </p:nvSpPr>
        <p:spPr>
          <a:xfrm>
            <a:off x="46620000" y="17028000"/>
            <a:ext cx="3060000" cy="792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9"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9"/>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9"/>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9"/>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9"/>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人员09</a:t>
            </a:r>
          </a:p>
        </p:txBody>
      </p:sp>
      <p:sp>
        <p:nvSpPr>
          <p:cNvPr id="29" name="分隔左9"/>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9"/>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9"/>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9"/>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9"/>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9"/>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9"/>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9"/>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9"/>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9"/>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9"/>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9">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0"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0"/>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0"/>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0"/>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0"/>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人员10</a:t>
            </a:r>
          </a:p>
        </p:txBody>
      </p:sp>
      <p:sp>
        <p:nvSpPr>
          <p:cNvPr id="29" name="分隔左10"/>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0"/>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0"/>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0"/>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0"/>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0"/>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0"/>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0"/>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0"/>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0"/>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0"/>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0">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1"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1"/>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1"/>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1"/>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1"/>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人员11</a:t>
            </a:r>
          </a:p>
        </p:txBody>
      </p:sp>
      <p:sp>
        <p:nvSpPr>
          <p:cNvPr id="29" name="分隔左11"/>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1"/>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1"/>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1"/>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1"/>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1"/>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1"/>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1"/>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1"/>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1"/>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1"/>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1">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2"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2"/>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2"/>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2"/>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2"/>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人员12</a:t>
            </a:r>
          </a:p>
        </p:txBody>
      </p:sp>
      <p:sp>
        <p:nvSpPr>
          <p:cNvPr id="29" name="分隔左12"/>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2"/>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2"/>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2"/>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2"/>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2"/>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2"/>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2"/>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2"/>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2"/>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2"/>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2">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3"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3"/>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3"/>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3"/>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3"/>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人员13</a:t>
            </a:r>
          </a:p>
        </p:txBody>
      </p:sp>
      <p:sp>
        <p:nvSpPr>
          <p:cNvPr id="29" name="分隔左13"/>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3"/>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3"/>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3"/>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3"/>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3"/>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3"/>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3"/>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3"/>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3"/>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3"/>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3">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4"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4"/>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4"/>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4"/>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4"/>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人员14</a:t>
            </a:r>
          </a:p>
        </p:txBody>
      </p:sp>
      <p:sp>
        <p:nvSpPr>
          <p:cNvPr id="29" name="分隔左14"/>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4"/>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4"/>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4"/>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4"/>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4"/>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4"/>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4"/>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4"/>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4"/>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4"/>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4">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5"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5"/>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5"/>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5"/>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5"/>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人员15</a:t>
            </a:r>
          </a:p>
        </p:txBody>
      </p:sp>
      <p:sp>
        <p:nvSpPr>
          <p:cNvPr id="29" name="分隔左15"/>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5"/>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5"/>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5"/>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5"/>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5"/>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5"/>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5"/>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5"/>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5"/>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5"/>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5">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6"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6"/>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6"/>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6"/>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6"/>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人员16</a:t>
            </a:r>
          </a:p>
        </p:txBody>
      </p:sp>
      <p:sp>
        <p:nvSpPr>
          <p:cNvPr id="29" name="分隔左16"/>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6"/>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6"/>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6"/>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6"/>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6"/>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6"/>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6"/>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6"/>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6"/>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6"/>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6">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卡框17"/>
          <p:cNvSpPr/>
          <p:nvPr/>
        </p:nvSpPr>
        <p:spPr>
          <a:xfrm>
            <a:off x="99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3" name="衬纸17"/>
          <p:cNvSpPr/>
          <p:nvPr/>
        </p:nvSpPr>
        <p:spPr>
          <a:xfrm>
            <a:off x="1080000" y="7650000"/>
            <a:ext cx="5400000" cy="4104000"/>
          </a:xfrm>
          <a:prstGeom prst="rect">
            <a:avLst/>
          </a:prstGeom>
          <a:solidFill>
            <a:srgbClr val="FFFAF0"/>
          </a:solidFill>
          <a:ln>
            <a:noFill/>
          </a:ln>
        </p:spPr>
        <p:txBody>
          <a:bodyPr rtlCol="0" anchor="ctr"/>
          <a:lstStyle/>
          <a:p>
            <a:pPr algn="ctr"/>
          </a:p>
        </p:txBody>
      </p:sp>
      <p:pic>
        <p:nvPicPr>
          <p:cNvPr id="4" name="!!p17" descr="image.jpg"/>
          <p:cNvPicPr>
            <a:picLocks noChangeAspect="1"/>
          </p:cNvPicPr>
          <p:nvPr/>
        </p:nvPicPr>
        <p:blipFill>
          <a:blip r:embed="rId2"/>
          <a:srcRect/>
          <a:stretch>
            <a:fillRect/>
          </a:stretch>
        </p:blipFill>
        <p:spPr>
          <a:xfrm>
            <a:off x="1170000" y="7740000"/>
            <a:ext cx="5220000" cy="3924000"/>
          </a:xfrm>
          <a:prstGeom prst="rect">
            <a:avLst/>
          </a:prstGeom>
        </p:spPr>
      </p:pic>
      <p:sp>
        <p:nvSpPr>
          <p:cNvPr id="5" name="名牌底17"/>
          <p:cNvSpPr/>
          <p:nvPr/>
        </p:nvSpPr>
        <p:spPr>
          <a:xfrm>
            <a:off x="108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6" name="名牌金线17"/>
          <p:cNvSpPr/>
          <p:nvPr/>
        </p:nvSpPr>
        <p:spPr>
          <a:xfrm>
            <a:off x="1080000" y="11754000"/>
            <a:ext cx="5400000" cy="54000"/>
          </a:xfrm>
          <a:prstGeom prst="rect">
            <a:avLst/>
          </a:prstGeom>
          <a:solidFill>
            <a:srgbClr val="FFDC8C"/>
          </a:solidFill>
          <a:ln>
            <a:noFill/>
          </a:ln>
        </p:spPr>
        <p:txBody>
          <a:bodyPr rtlCol="0" anchor="ctr"/>
          <a:lstStyle/>
          <a:p>
            <a:pPr algn="ctr"/>
          </a:p>
        </p:txBody>
      </p:sp>
      <p:sp>
        <p:nvSpPr>
          <p:cNvPr id="7" name="名牌17"/>
          <p:cNvSpPr txBox="1"/>
          <p:nvPr/>
        </p:nvSpPr>
        <p:spPr>
          <a:xfrm>
            <a:off x="108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人员17</a:t>
            </a:r>
          </a:p>
          <a:p>
            <a:pPr algn="ctr"/>
            <a:r>
              <a:rPr sz="3259" b="0">
                <a:solidFill>
                  <a:srgbClr val="FFF1D6"/>
                </a:solidFill>
                <a:latin typeface="Microsoft YaHei"/>
                <a:ea typeface="微软雅黑"/>
              </a:rPr>
              <a:t>单位待补充</a:t>
            </a:r>
          </a:p>
        </p:txBody>
      </p:sp>
      <p:sp>
        <p:nvSpPr>
          <p:cNvPr id="8" name="热区17">
            <a:hlinkClick action="ppaction://hlinksldjump" r:id="rId3"/>
          </p:cNvPr>
          <p:cNvSpPr/>
          <p:nvPr/>
        </p:nvSpPr>
        <p:spPr>
          <a:xfrm>
            <a:off x="990000" y="7560000"/>
            <a:ext cx="5580000" cy="5832000"/>
          </a:xfrm>
          <a:prstGeom prst="rect">
            <a:avLst/>
          </a:prstGeom>
          <a:solidFill>
            <a:srgbClr val="000000">
              <a:alpha val="0"/>
            </a:srgbClr>
          </a:solidFill>
          <a:ln>
            <a:noFill/>
          </a:ln>
        </p:spPr>
        <p:txBody>
          <a:bodyPr rtlCol="0" anchor="ctr"/>
          <a:lstStyle/>
          <a:p>
            <a:pPr algn="ctr"/>
          </a:p>
        </p:txBody>
      </p:sp>
      <p:sp>
        <p:nvSpPr>
          <p:cNvPr id="9" name="卡框18"/>
          <p:cNvSpPr/>
          <p:nvPr/>
        </p:nvSpPr>
        <p:spPr>
          <a:xfrm>
            <a:off x="711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0" name="衬纸18"/>
          <p:cNvSpPr/>
          <p:nvPr/>
        </p:nvSpPr>
        <p:spPr>
          <a:xfrm>
            <a:off x="7200000" y="7650000"/>
            <a:ext cx="5400000" cy="4104000"/>
          </a:xfrm>
          <a:prstGeom prst="rect">
            <a:avLst/>
          </a:prstGeom>
          <a:solidFill>
            <a:srgbClr val="FFFAF0"/>
          </a:solidFill>
          <a:ln>
            <a:noFill/>
          </a:ln>
        </p:spPr>
        <p:txBody>
          <a:bodyPr rtlCol="0" anchor="ctr"/>
          <a:lstStyle/>
          <a:p>
            <a:pPr algn="ctr"/>
          </a:p>
        </p:txBody>
      </p:sp>
      <p:pic>
        <p:nvPicPr>
          <p:cNvPr id="11" name="!!p18" descr="image.jpg"/>
          <p:cNvPicPr>
            <a:picLocks noChangeAspect="1"/>
          </p:cNvPicPr>
          <p:nvPr/>
        </p:nvPicPr>
        <p:blipFill>
          <a:blip r:embed="rId2"/>
          <a:srcRect/>
          <a:stretch>
            <a:fillRect/>
          </a:stretch>
        </p:blipFill>
        <p:spPr>
          <a:xfrm>
            <a:off x="7290000" y="7740000"/>
            <a:ext cx="5220000" cy="3924000"/>
          </a:xfrm>
          <a:prstGeom prst="rect">
            <a:avLst/>
          </a:prstGeom>
        </p:spPr>
      </p:pic>
      <p:sp>
        <p:nvSpPr>
          <p:cNvPr id="12" name="名牌底18"/>
          <p:cNvSpPr/>
          <p:nvPr/>
        </p:nvSpPr>
        <p:spPr>
          <a:xfrm>
            <a:off x="720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13" name="名牌金线18"/>
          <p:cNvSpPr/>
          <p:nvPr/>
        </p:nvSpPr>
        <p:spPr>
          <a:xfrm>
            <a:off x="7200000" y="11754000"/>
            <a:ext cx="5400000" cy="54000"/>
          </a:xfrm>
          <a:prstGeom prst="rect">
            <a:avLst/>
          </a:prstGeom>
          <a:solidFill>
            <a:srgbClr val="FFDC8C"/>
          </a:solidFill>
          <a:ln>
            <a:noFill/>
          </a:ln>
        </p:spPr>
        <p:txBody>
          <a:bodyPr rtlCol="0" anchor="ctr"/>
          <a:lstStyle/>
          <a:p>
            <a:pPr algn="ctr"/>
          </a:p>
        </p:txBody>
      </p:sp>
      <p:sp>
        <p:nvSpPr>
          <p:cNvPr id="14" name="名牌18"/>
          <p:cNvSpPr txBox="1"/>
          <p:nvPr/>
        </p:nvSpPr>
        <p:spPr>
          <a:xfrm>
            <a:off x="720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人员18</a:t>
            </a:r>
          </a:p>
          <a:p>
            <a:pPr algn="ctr"/>
            <a:r>
              <a:rPr sz="3259" b="0">
                <a:solidFill>
                  <a:srgbClr val="FFF1D6"/>
                </a:solidFill>
                <a:latin typeface="Microsoft YaHei"/>
                <a:ea typeface="微软雅黑"/>
              </a:rPr>
              <a:t>单位待补充</a:t>
            </a:r>
          </a:p>
        </p:txBody>
      </p:sp>
      <p:sp>
        <p:nvSpPr>
          <p:cNvPr id="15" name="热区18">
            <a:hlinkClick action="ppaction://hlinksldjump" r:id="rId4"/>
          </p:cNvPr>
          <p:cNvSpPr/>
          <p:nvPr/>
        </p:nvSpPr>
        <p:spPr>
          <a:xfrm>
            <a:off x="7110000" y="7560000"/>
            <a:ext cx="5580000" cy="5832000"/>
          </a:xfrm>
          <a:prstGeom prst="rect">
            <a:avLst/>
          </a:prstGeom>
          <a:solidFill>
            <a:srgbClr val="000000">
              <a:alpha val="0"/>
            </a:srgbClr>
          </a:solidFill>
          <a:ln>
            <a:noFill/>
          </a:ln>
        </p:spPr>
        <p:txBody>
          <a:bodyPr rtlCol="0" anchor="ctr"/>
          <a:lstStyle/>
          <a:p>
            <a:pPr algn="ctr"/>
          </a:p>
        </p:txBody>
      </p:sp>
      <p:sp>
        <p:nvSpPr>
          <p:cNvPr id="16" name="卡框19"/>
          <p:cNvSpPr/>
          <p:nvPr/>
        </p:nvSpPr>
        <p:spPr>
          <a:xfrm>
            <a:off x="1323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7" name="衬纸19"/>
          <p:cNvSpPr/>
          <p:nvPr/>
        </p:nvSpPr>
        <p:spPr>
          <a:xfrm>
            <a:off x="13320000" y="7650000"/>
            <a:ext cx="5400000" cy="4104000"/>
          </a:xfrm>
          <a:prstGeom prst="rect">
            <a:avLst/>
          </a:prstGeom>
          <a:solidFill>
            <a:srgbClr val="FFFAF0"/>
          </a:solidFill>
          <a:ln>
            <a:noFill/>
          </a:ln>
        </p:spPr>
        <p:txBody>
          <a:bodyPr rtlCol="0" anchor="ctr"/>
          <a:lstStyle/>
          <a:p>
            <a:pPr algn="ctr"/>
          </a:p>
        </p:txBody>
      </p:sp>
      <p:pic>
        <p:nvPicPr>
          <p:cNvPr id="18" name="!!p19" descr="image.jpg"/>
          <p:cNvPicPr>
            <a:picLocks noChangeAspect="1"/>
          </p:cNvPicPr>
          <p:nvPr/>
        </p:nvPicPr>
        <p:blipFill>
          <a:blip r:embed="rId2"/>
          <a:srcRect/>
          <a:stretch>
            <a:fillRect/>
          </a:stretch>
        </p:blipFill>
        <p:spPr>
          <a:xfrm>
            <a:off x="13410000" y="7740000"/>
            <a:ext cx="5220000" cy="3924000"/>
          </a:xfrm>
          <a:prstGeom prst="rect">
            <a:avLst/>
          </a:prstGeom>
        </p:spPr>
      </p:pic>
      <p:sp>
        <p:nvSpPr>
          <p:cNvPr id="19" name="名牌底19"/>
          <p:cNvSpPr/>
          <p:nvPr/>
        </p:nvSpPr>
        <p:spPr>
          <a:xfrm>
            <a:off x="1332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20" name="名牌金线19"/>
          <p:cNvSpPr/>
          <p:nvPr/>
        </p:nvSpPr>
        <p:spPr>
          <a:xfrm>
            <a:off x="13320000" y="11754000"/>
            <a:ext cx="5400000" cy="54000"/>
          </a:xfrm>
          <a:prstGeom prst="rect">
            <a:avLst/>
          </a:prstGeom>
          <a:solidFill>
            <a:srgbClr val="FFDC8C"/>
          </a:solidFill>
          <a:ln>
            <a:noFill/>
          </a:ln>
        </p:spPr>
        <p:txBody>
          <a:bodyPr rtlCol="0" anchor="ctr"/>
          <a:lstStyle/>
          <a:p>
            <a:pPr algn="ctr"/>
          </a:p>
        </p:txBody>
      </p:sp>
      <p:sp>
        <p:nvSpPr>
          <p:cNvPr id="21" name="名牌19"/>
          <p:cNvSpPr txBox="1"/>
          <p:nvPr/>
        </p:nvSpPr>
        <p:spPr>
          <a:xfrm>
            <a:off x="1332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人员19</a:t>
            </a:r>
          </a:p>
          <a:p>
            <a:pPr algn="ctr"/>
            <a:r>
              <a:rPr sz="3259" b="0">
                <a:solidFill>
                  <a:srgbClr val="FFF1D6"/>
                </a:solidFill>
                <a:latin typeface="Microsoft YaHei"/>
                <a:ea typeface="微软雅黑"/>
              </a:rPr>
              <a:t>单位待补充</a:t>
            </a:r>
          </a:p>
        </p:txBody>
      </p:sp>
      <p:sp>
        <p:nvSpPr>
          <p:cNvPr id="22" name="热区19">
            <a:hlinkClick action="ppaction://hlinksldjump" r:id="rId5"/>
          </p:cNvPr>
          <p:cNvSpPr/>
          <p:nvPr/>
        </p:nvSpPr>
        <p:spPr>
          <a:xfrm>
            <a:off x="13230000" y="7560000"/>
            <a:ext cx="5580000" cy="5832000"/>
          </a:xfrm>
          <a:prstGeom prst="rect">
            <a:avLst/>
          </a:prstGeom>
          <a:solidFill>
            <a:srgbClr val="000000">
              <a:alpha val="0"/>
            </a:srgbClr>
          </a:solidFill>
          <a:ln>
            <a:noFill/>
          </a:ln>
        </p:spPr>
        <p:txBody>
          <a:bodyPr rtlCol="0" anchor="ctr"/>
          <a:lstStyle/>
          <a:p>
            <a:pPr algn="ctr"/>
          </a:p>
        </p:txBody>
      </p:sp>
      <p:sp>
        <p:nvSpPr>
          <p:cNvPr id="23" name="卡框20"/>
          <p:cNvSpPr/>
          <p:nvPr/>
        </p:nvSpPr>
        <p:spPr>
          <a:xfrm>
            <a:off x="1935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24" name="衬纸20"/>
          <p:cNvSpPr/>
          <p:nvPr/>
        </p:nvSpPr>
        <p:spPr>
          <a:xfrm>
            <a:off x="19440000" y="7650000"/>
            <a:ext cx="5400000" cy="4104000"/>
          </a:xfrm>
          <a:prstGeom prst="rect">
            <a:avLst/>
          </a:prstGeom>
          <a:solidFill>
            <a:srgbClr val="FFFAF0"/>
          </a:solidFill>
          <a:ln>
            <a:noFill/>
          </a:ln>
        </p:spPr>
        <p:txBody>
          <a:bodyPr rtlCol="0" anchor="ctr"/>
          <a:lstStyle/>
          <a:p>
            <a:pPr algn="ctr"/>
          </a:p>
        </p:txBody>
      </p:sp>
      <p:pic>
        <p:nvPicPr>
          <p:cNvPr id="25" name="!!p20" descr="image.jpg"/>
          <p:cNvPicPr>
            <a:picLocks noChangeAspect="1"/>
          </p:cNvPicPr>
          <p:nvPr/>
        </p:nvPicPr>
        <p:blipFill>
          <a:blip r:embed="rId2"/>
          <a:srcRect/>
          <a:stretch>
            <a:fillRect/>
          </a:stretch>
        </p:blipFill>
        <p:spPr>
          <a:xfrm>
            <a:off x="19530000" y="7740000"/>
            <a:ext cx="5220000" cy="3924000"/>
          </a:xfrm>
          <a:prstGeom prst="rect">
            <a:avLst/>
          </a:prstGeom>
        </p:spPr>
      </p:pic>
      <p:sp>
        <p:nvSpPr>
          <p:cNvPr id="26" name="名牌底20"/>
          <p:cNvSpPr/>
          <p:nvPr/>
        </p:nvSpPr>
        <p:spPr>
          <a:xfrm>
            <a:off x="1944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27" name="名牌金线20"/>
          <p:cNvSpPr/>
          <p:nvPr/>
        </p:nvSpPr>
        <p:spPr>
          <a:xfrm>
            <a:off x="19440000" y="11754000"/>
            <a:ext cx="5400000" cy="54000"/>
          </a:xfrm>
          <a:prstGeom prst="rect">
            <a:avLst/>
          </a:prstGeom>
          <a:solidFill>
            <a:srgbClr val="FFDC8C"/>
          </a:solidFill>
          <a:ln>
            <a:noFill/>
          </a:ln>
        </p:spPr>
        <p:txBody>
          <a:bodyPr rtlCol="0" anchor="ctr"/>
          <a:lstStyle/>
          <a:p>
            <a:pPr algn="ctr"/>
          </a:p>
        </p:txBody>
      </p:sp>
      <p:sp>
        <p:nvSpPr>
          <p:cNvPr id="28" name="名牌20"/>
          <p:cNvSpPr txBox="1"/>
          <p:nvPr/>
        </p:nvSpPr>
        <p:spPr>
          <a:xfrm>
            <a:off x="1944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人员20</a:t>
            </a:r>
          </a:p>
          <a:p>
            <a:pPr algn="ctr"/>
            <a:r>
              <a:rPr sz="3259" b="0">
                <a:solidFill>
                  <a:srgbClr val="FFF1D6"/>
                </a:solidFill>
                <a:latin typeface="Microsoft YaHei"/>
                <a:ea typeface="微软雅黑"/>
              </a:rPr>
              <a:t>单位待补充</a:t>
            </a:r>
          </a:p>
        </p:txBody>
      </p:sp>
      <p:sp>
        <p:nvSpPr>
          <p:cNvPr id="29" name="热区20">
            <a:hlinkClick action="ppaction://hlinksldjump" r:id="rId6"/>
          </p:cNvPr>
          <p:cNvSpPr/>
          <p:nvPr/>
        </p:nvSpPr>
        <p:spPr>
          <a:xfrm>
            <a:off x="19350000" y="7560000"/>
            <a:ext cx="5580000" cy="5832000"/>
          </a:xfrm>
          <a:prstGeom prst="rect">
            <a:avLst/>
          </a:prstGeom>
          <a:solidFill>
            <a:srgbClr val="000000">
              <a:alpha val="0"/>
            </a:srgbClr>
          </a:solidFill>
          <a:ln>
            <a:noFill/>
          </a:ln>
        </p:spPr>
        <p:txBody>
          <a:bodyPr rtlCol="0" anchor="ctr"/>
          <a:lstStyle/>
          <a:p>
            <a:pPr algn="ctr"/>
          </a:p>
        </p:txBody>
      </p:sp>
      <p:sp>
        <p:nvSpPr>
          <p:cNvPr id="30" name="卡框21"/>
          <p:cNvSpPr/>
          <p:nvPr/>
        </p:nvSpPr>
        <p:spPr>
          <a:xfrm>
            <a:off x="2547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31" name="衬纸21"/>
          <p:cNvSpPr/>
          <p:nvPr/>
        </p:nvSpPr>
        <p:spPr>
          <a:xfrm>
            <a:off x="25560000" y="7650000"/>
            <a:ext cx="5400000" cy="4104000"/>
          </a:xfrm>
          <a:prstGeom prst="rect">
            <a:avLst/>
          </a:prstGeom>
          <a:solidFill>
            <a:srgbClr val="FFFAF0"/>
          </a:solidFill>
          <a:ln>
            <a:noFill/>
          </a:ln>
        </p:spPr>
        <p:txBody>
          <a:bodyPr rtlCol="0" anchor="ctr"/>
          <a:lstStyle/>
          <a:p>
            <a:pPr algn="ctr"/>
          </a:p>
        </p:txBody>
      </p:sp>
      <p:pic>
        <p:nvPicPr>
          <p:cNvPr id="32" name="!!p21" descr="image.jpg"/>
          <p:cNvPicPr>
            <a:picLocks noChangeAspect="1"/>
          </p:cNvPicPr>
          <p:nvPr/>
        </p:nvPicPr>
        <p:blipFill>
          <a:blip r:embed="rId2"/>
          <a:srcRect/>
          <a:stretch>
            <a:fillRect/>
          </a:stretch>
        </p:blipFill>
        <p:spPr>
          <a:xfrm>
            <a:off x="25650000" y="7740000"/>
            <a:ext cx="5220000" cy="3924000"/>
          </a:xfrm>
          <a:prstGeom prst="rect">
            <a:avLst/>
          </a:prstGeom>
        </p:spPr>
      </p:pic>
      <p:sp>
        <p:nvSpPr>
          <p:cNvPr id="33" name="名牌底21"/>
          <p:cNvSpPr/>
          <p:nvPr/>
        </p:nvSpPr>
        <p:spPr>
          <a:xfrm>
            <a:off x="2556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34" name="名牌金线21"/>
          <p:cNvSpPr/>
          <p:nvPr/>
        </p:nvSpPr>
        <p:spPr>
          <a:xfrm>
            <a:off x="25560000" y="11754000"/>
            <a:ext cx="5400000" cy="54000"/>
          </a:xfrm>
          <a:prstGeom prst="rect">
            <a:avLst/>
          </a:prstGeom>
          <a:solidFill>
            <a:srgbClr val="FFDC8C"/>
          </a:solidFill>
          <a:ln>
            <a:noFill/>
          </a:ln>
        </p:spPr>
        <p:txBody>
          <a:bodyPr rtlCol="0" anchor="ctr"/>
          <a:lstStyle/>
          <a:p>
            <a:pPr algn="ctr"/>
          </a:p>
        </p:txBody>
      </p:sp>
      <p:sp>
        <p:nvSpPr>
          <p:cNvPr id="35" name="名牌21"/>
          <p:cNvSpPr txBox="1"/>
          <p:nvPr/>
        </p:nvSpPr>
        <p:spPr>
          <a:xfrm>
            <a:off x="2556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人员21</a:t>
            </a:r>
          </a:p>
          <a:p>
            <a:pPr algn="ctr"/>
            <a:r>
              <a:rPr sz="3259" b="0">
                <a:solidFill>
                  <a:srgbClr val="FFF1D6"/>
                </a:solidFill>
                <a:latin typeface="Microsoft YaHei"/>
                <a:ea typeface="微软雅黑"/>
              </a:rPr>
              <a:t>单位待补充</a:t>
            </a:r>
          </a:p>
        </p:txBody>
      </p:sp>
      <p:sp>
        <p:nvSpPr>
          <p:cNvPr id="36" name="热区21">
            <a:hlinkClick action="ppaction://hlinksldjump" r:id="rId7"/>
          </p:cNvPr>
          <p:cNvSpPr/>
          <p:nvPr/>
        </p:nvSpPr>
        <p:spPr>
          <a:xfrm>
            <a:off x="25470000" y="7560000"/>
            <a:ext cx="5580000" cy="5832000"/>
          </a:xfrm>
          <a:prstGeom prst="rect">
            <a:avLst/>
          </a:prstGeom>
          <a:solidFill>
            <a:srgbClr val="000000">
              <a:alpha val="0"/>
            </a:srgbClr>
          </a:solidFill>
          <a:ln>
            <a:noFill/>
          </a:ln>
        </p:spPr>
        <p:txBody>
          <a:bodyPr rtlCol="0" anchor="ctr"/>
          <a:lstStyle/>
          <a:p>
            <a:pPr algn="ctr"/>
          </a:p>
        </p:txBody>
      </p:sp>
      <p:sp>
        <p:nvSpPr>
          <p:cNvPr id="37" name="卡框22"/>
          <p:cNvSpPr/>
          <p:nvPr/>
        </p:nvSpPr>
        <p:spPr>
          <a:xfrm>
            <a:off x="3159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38" name="衬纸22"/>
          <p:cNvSpPr/>
          <p:nvPr/>
        </p:nvSpPr>
        <p:spPr>
          <a:xfrm>
            <a:off x="31680000" y="7650000"/>
            <a:ext cx="5400000" cy="4104000"/>
          </a:xfrm>
          <a:prstGeom prst="rect">
            <a:avLst/>
          </a:prstGeom>
          <a:solidFill>
            <a:srgbClr val="FFFAF0"/>
          </a:solidFill>
          <a:ln>
            <a:noFill/>
          </a:ln>
        </p:spPr>
        <p:txBody>
          <a:bodyPr rtlCol="0" anchor="ctr"/>
          <a:lstStyle/>
          <a:p>
            <a:pPr algn="ctr"/>
          </a:p>
        </p:txBody>
      </p:sp>
      <p:pic>
        <p:nvPicPr>
          <p:cNvPr id="39" name="!!p22" descr="image.jpg"/>
          <p:cNvPicPr>
            <a:picLocks noChangeAspect="1"/>
          </p:cNvPicPr>
          <p:nvPr/>
        </p:nvPicPr>
        <p:blipFill>
          <a:blip r:embed="rId2"/>
          <a:srcRect/>
          <a:stretch>
            <a:fillRect/>
          </a:stretch>
        </p:blipFill>
        <p:spPr>
          <a:xfrm>
            <a:off x="31770000" y="7740000"/>
            <a:ext cx="5220000" cy="3924000"/>
          </a:xfrm>
          <a:prstGeom prst="rect">
            <a:avLst/>
          </a:prstGeom>
        </p:spPr>
      </p:pic>
      <p:sp>
        <p:nvSpPr>
          <p:cNvPr id="40" name="名牌底22"/>
          <p:cNvSpPr/>
          <p:nvPr/>
        </p:nvSpPr>
        <p:spPr>
          <a:xfrm>
            <a:off x="3168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41" name="名牌金线22"/>
          <p:cNvSpPr/>
          <p:nvPr/>
        </p:nvSpPr>
        <p:spPr>
          <a:xfrm>
            <a:off x="31680000" y="11754000"/>
            <a:ext cx="5400000" cy="54000"/>
          </a:xfrm>
          <a:prstGeom prst="rect">
            <a:avLst/>
          </a:prstGeom>
          <a:solidFill>
            <a:srgbClr val="FFDC8C"/>
          </a:solidFill>
          <a:ln>
            <a:noFill/>
          </a:ln>
        </p:spPr>
        <p:txBody>
          <a:bodyPr rtlCol="0" anchor="ctr"/>
          <a:lstStyle/>
          <a:p>
            <a:pPr algn="ctr"/>
          </a:p>
        </p:txBody>
      </p:sp>
      <p:sp>
        <p:nvSpPr>
          <p:cNvPr id="42" name="名牌22"/>
          <p:cNvSpPr txBox="1"/>
          <p:nvPr/>
        </p:nvSpPr>
        <p:spPr>
          <a:xfrm>
            <a:off x="3168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人员22</a:t>
            </a:r>
          </a:p>
          <a:p>
            <a:pPr algn="ctr"/>
            <a:r>
              <a:rPr sz="3259" b="0">
                <a:solidFill>
                  <a:srgbClr val="FFF1D6"/>
                </a:solidFill>
                <a:latin typeface="Microsoft YaHei"/>
                <a:ea typeface="微软雅黑"/>
              </a:rPr>
              <a:t>单位待补充</a:t>
            </a:r>
          </a:p>
        </p:txBody>
      </p:sp>
      <p:sp>
        <p:nvSpPr>
          <p:cNvPr id="43" name="热区22">
            <a:hlinkClick action="ppaction://hlinksldjump" r:id="rId8"/>
          </p:cNvPr>
          <p:cNvSpPr/>
          <p:nvPr/>
        </p:nvSpPr>
        <p:spPr>
          <a:xfrm>
            <a:off x="31590000" y="7560000"/>
            <a:ext cx="5580000" cy="5832000"/>
          </a:xfrm>
          <a:prstGeom prst="rect">
            <a:avLst/>
          </a:prstGeom>
          <a:solidFill>
            <a:srgbClr val="000000">
              <a:alpha val="0"/>
            </a:srgbClr>
          </a:solidFill>
          <a:ln>
            <a:noFill/>
          </a:ln>
        </p:spPr>
        <p:txBody>
          <a:bodyPr rtlCol="0" anchor="ctr"/>
          <a:lstStyle/>
          <a:p>
            <a:pPr algn="ctr"/>
          </a:p>
        </p:txBody>
      </p:sp>
      <p:sp>
        <p:nvSpPr>
          <p:cNvPr id="44" name="卡框23"/>
          <p:cNvSpPr/>
          <p:nvPr/>
        </p:nvSpPr>
        <p:spPr>
          <a:xfrm>
            <a:off x="3771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45" name="衬纸23"/>
          <p:cNvSpPr/>
          <p:nvPr/>
        </p:nvSpPr>
        <p:spPr>
          <a:xfrm>
            <a:off x="37800000" y="7650000"/>
            <a:ext cx="5400000" cy="4104000"/>
          </a:xfrm>
          <a:prstGeom prst="rect">
            <a:avLst/>
          </a:prstGeom>
          <a:solidFill>
            <a:srgbClr val="FFFAF0"/>
          </a:solidFill>
          <a:ln>
            <a:noFill/>
          </a:ln>
        </p:spPr>
        <p:txBody>
          <a:bodyPr rtlCol="0" anchor="ctr"/>
          <a:lstStyle/>
          <a:p>
            <a:pPr algn="ctr"/>
          </a:p>
        </p:txBody>
      </p:sp>
      <p:pic>
        <p:nvPicPr>
          <p:cNvPr id="46" name="!!p23" descr="image.jpg"/>
          <p:cNvPicPr>
            <a:picLocks noChangeAspect="1"/>
          </p:cNvPicPr>
          <p:nvPr/>
        </p:nvPicPr>
        <p:blipFill>
          <a:blip r:embed="rId2"/>
          <a:srcRect/>
          <a:stretch>
            <a:fillRect/>
          </a:stretch>
        </p:blipFill>
        <p:spPr>
          <a:xfrm>
            <a:off x="37890000" y="7740000"/>
            <a:ext cx="5220000" cy="3924000"/>
          </a:xfrm>
          <a:prstGeom prst="rect">
            <a:avLst/>
          </a:prstGeom>
        </p:spPr>
      </p:pic>
      <p:sp>
        <p:nvSpPr>
          <p:cNvPr id="47" name="名牌底23"/>
          <p:cNvSpPr/>
          <p:nvPr/>
        </p:nvSpPr>
        <p:spPr>
          <a:xfrm>
            <a:off x="3780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48" name="名牌金线23"/>
          <p:cNvSpPr/>
          <p:nvPr/>
        </p:nvSpPr>
        <p:spPr>
          <a:xfrm>
            <a:off x="37800000" y="11754000"/>
            <a:ext cx="5400000" cy="54000"/>
          </a:xfrm>
          <a:prstGeom prst="rect">
            <a:avLst/>
          </a:prstGeom>
          <a:solidFill>
            <a:srgbClr val="FFDC8C"/>
          </a:solidFill>
          <a:ln>
            <a:noFill/>
          </a:ln>
        </p:spPr>
        <p:txBody>
          <a:bodyPr rtlCol="0" anchor="ctr"/>
          <a:lstStyle/>
          <a:p>
            <a:pPr algn="ctr"/>
          </a:p>
        </p:txBody>
      </p:sp>
      <p:sp>
        <p:nvSpPr>
          <p:cNvPr id="49" name="名牌23"/>
          <p:cNvSpPr txBox="1"/>
          <p:nvPr/>
        </p:nvSpPr>
        <p:spPr>
          <a:xfrm>
            <a:off x="3780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人员23</a:t>
            </a:r>
          </a:p>
          <a:p>
            <a:pPr algn="ctr"/>
            <a:r>
              <a:rPr sz="3259" b="0">
                <a:solidFill>
                  <a:srgbClr val="FFF1D6"/>
                </a:solidFill>
                <a:latin typeface="Microsoft YaHei"/>
                <a:ea typeface="微软雅黑"/>
              </a:rPr>
              <a:t>单位待补充</a:t>
            </a:r>
          </a:p>
        </p:txBody>
      </p:sp>
      <p:sp>
        <p:nvSpPr>
          <p:cNvPr id="50" name="热区23">
            <a:hlinkClick action="ppaction://hlinksldjump" r:id="rId9"/>
          </p:cNvPr>
          <p:cNvSpPr/>
          <p:nvPr/>
        </p:nvSpPr>
        <p:spPr>
          <a:xfrm>
            <a:off x="37710000" y="7560000"/>
            <a:ext cx="5580000" cy="5832000"/>
          </a:xfrm>
          <a:prstGeom prst="rect">
            <a:avLst/>
          </a:prstGeom>
          <a:solidFill>
            <a:srgbClr val="000000">
              <a:alpha val="0"/>
            </a:srgbClr>
          </a:solidFill>
          <a:ln>
            <a:noFill/>
          </a:ln>
        </p:spPr>
        <p:txBody>
          <a:bodyPr rtlCol="0" anchor="ctr"/>
          <a:lstStyle/>
          <a:p>
            <a:pPr algn="ctr"/>
          </a:p>
        </p:txBody>
      </p:sp>
      <p:sp>
        <p:nvSpPr>
          <p:cNvPr id="51" name="卡框24"/>
          <p:cNvSpPr/>
          <p:nvPr/>
        </p:nvSpPr>
        <p:spPr>
          <a:xfrm>
            <a:off x="43830000" y="7560000"/>
            <a:ext cx="5580000" cy="5832000"/>
          </a:xfrm>
          <a:prstGeom prst="roundRect">
            <a:avLst>
              <a:gd name="adj" fmla="val 3870"/>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52" name="衬纸24"/>
          <p:cNvSpPr/>
          <p:nvPr/>
        </p:nvSpPr>
        <p:spPr>
          <a:xfrm>
            <a:off x="43920000" y="7650000"/>
            <a:ext cx="5400000" cy="4104000"/>
          </a:xfrm>
          <a:prstGeom prst="rect">
            <a:avLst/>
          </a:prstGeom>
          <a:solidFill>
            <a:srgbClr val="FFFAF0"/>
          </a:solidFill>
          <a:ln>
            <a:noFill/>
          </a:ln>
        </p:spPr>
        <p:txBody>
          <a:bodyPr rtlCol="0" anchor="ctr"/>
          <a:lstStyle/>
          <a:p>
            <a:pPr algn="ctr"/>
          </a:p>
        </p:txBody>
      </p:sp>
      <p:pic>
        <p:nvPicPr>
          <p:cNvPr id="53" name="!!p24" descr="image.jpg"/>
          <p:cNvPicPr>
            <a:picLocks noChangeAspect="1"/>
          </p:cNvPicPr>
          <p:nvPr/>
        </p:nvPicPr>
        <p:blipFill>
          <a:blip r:embed="rId2"/>
          <a:srcRect/>
          <a:stretch>
            <a:fillRect/>
          </a:stretch>
        </p:blipFill>
        <p:spPr>
          <a:xfrm>
            <a:off x="44010000" y="7740000"/>
            <a:ext cx="5220000" cy="3924000"/>
          </a:xfrm>
          <a:prstGeom prst="rect">
            <a:avLst/>
          </a:prstGeom>
        </p:spPr>
      </p:pic>
      <p:sp>
        <p:nvSpPr>
          <p:cNvPr id="54" name="名牌底24"/>
          <p:cNvSpPr/>
          <p:nvPr/>
        </p:nvSpPr>
        <p:spPr>
          <a:xfrm>
            <a:off x="43920000" y="11754000"/>
            <a:ext cx="5400000" cy="1548000"/>
          </a:xfrm>
          <a:prstGeom prst="rect">
            <a:avLst/>
          </a:prstGeom>
          <a:gradFill rotWithShape="1">
            <a:gsLst>
              <a:gs pos="0">
                <a:srgbClr val="C81A21"/>
              </a:gs>
              <a:gs pos="100000">
                <a:srgbClr val="8C0910"/>
              </a:gs>
            </a:gsLst>
            <a:lin ang="5400000" scaled="0"/>
          </a:gradFill>
          <a:ln>
            <a:noFill/>
          </a:ln>
        </p:spPr>
        <p:txBody>
          <a:bodyPr rtlCol="0" anchor="ctr"/>
          <a:lstStyle/>
          <a:p>
            <a:pPr algn="ctr"/>
          </a:p>
        </p:txBody>
      </p:sp>
      <p:sp>
        <p:nvSpPr>
          <p:cNvPr id="55" name="名牌金线24"/>
          <p:cNvSpPr/>
          <p:nvPr/>
        </p:nvSpPr>
        <p:spPr>
          <a:xfrm>
            <a:off x="43920000" y="11754000"/>
            <a:ext cx="5400000" cy="54000"/>
          </a:xfrm>
          <a:prstGeom prst="rect">
            <a:avLst/>
          </a:prstGeom>
          <a:solidFill>
            <a:srgbClr val="FFDC8C"/>
          </a:solidFill>
          <a:ln>
            <a:noFill/>
          </a:ln>
        </p:spPr>
        <p:txBody>
          <a:bodyPr rtlCol="0" anchor="ctr"/>
          <a:lstStyle/>
          <a:p>
            <a:pPr algn="ctr"/>
          </a:p>
        </p:txBody>
      </p:sp>
      <p:sp>
        <p:nvSpPr>
          <p:cNvPr id="56" name="名牌24"/>
          <p:cNvSpPr txBox="1"/>
          <p:nvPr/>
        </p:nvSpPr>
        <p:spPr>
          <a:xfrm>
            <a:off x="43920000" y="11808000"/>
            <a:ext cx="5400000" cy="1494000"/>
          </a:xfrm>
          <a:prstGeom prst="rect">
            <a:avLst/>
          </a:prstGeom>
          <a:noFill/>
        </p:spPr>
        <p:txBody>
          <a:bodyPr wrap="square" lIns="0" rIns="0" tIns="0" bIns="0" anchor="ctr">
            <a:noAutofit/>
          </a:bodyPr>
          <a:lstStyle/>
          <a:p>
            <a:pPr algn="ctr"/>
            <a:r>
              <a:rPr sz="5669" b="1">
                <a:solidFill>
                  <a:srgbClr val="FFD27A"/>
                </a:solidFill>
                <a:latin typeface="Microsoft YaHei"/>
                <a:ea typeface="微软雅黑"/>
              </a:rPr>
              <a:t>人员24</a:t>
            </a:r>
          </a:p>
          <a:p>
            <a:pPr algn="ctr"/>
            <a:r>
              <a:rPr sz="3259" b="0">
                <a:solidFill>
                  <a:srgbClr val="FFF1D6"/>
                </a:solidFill>
                <a:latin typeface="Microsoft YaHei"/>
                <a:ea typeface="微软雅黑"/>
              </a:rPr>
              <a:t>单位待补充</a:t>
            </a:r>
          </a:p>
        </p:txBody>
      </p:sp>
      <p:sp>
        <p:nvSpPr>
          <p:cNvPr id="57" name="热区24">
            <a:hlinkClick action="ppaction://hlinksldjump" r:id="rId10"/>
          </p:cNvPr>
          <p:cNvSpPr/>
          <p:nvPr/>
        </p:nvSpPr>
        <p:spPr>
          <a:xfrm>
            <a:off x="43830000" y="7560000"/>
            <a:ext cx="5580000" cy="5832000"/>
          </a:xfrm>
          <a:prstGeom prst="rect">
            <a:avLst/>
          </a:prstGeom>
          <a:solidFill>
            <a:srgbClr val="000000">
              <a:alpha val="0"/>
            </a:srgbClr>
          </a:solidFill>
          <a:ln>
            <a:noFill/>
          </a:ln>
        </p:spPr>
        <p:txBody>
          <a:bodyPr rtlCol="0" anchor="ctr"/>
          <a:lstStyle/>
          <a:p>
            <a:pPr algn="ctr"/>
          </a:p>
        </p:txBody>
      </p:sp>
      <p:sp>
        <p:nvSpPr>
          <p:cNvPr id="58" name="上一页底"/>
          <p:cNvSpPr/>
          <p:nvPr/>
        </p:nvSpPr>
        <p:spPr>
          <a:xfrm>
            <a:off x="720000" y="17028000"/>
            <a:ext cx="3060000" cy="792000"/>
          </a:xfrm>
          <a:prstGeom prst="roundRect">
            <a:avLst>
              <a:gd name="adj" fmla="val 50000"/>
            </a:avLst>
          </a:prstGeom>
          <a:solidFill>
            <a:srgbClr val="3A0306">
              <a:alpha val="55000"/>
            </a:srgbClr>
          </a:solidFill>
          <a:ln w="36000">
            <a:solidFill>
              <a:srgbClr val="FFD27A"/>
            </a:solidFill>
          </a:ln>
        </p:spPr>
        <p:txBody>
          <a:bodyPr rtlCol="0" anchor="ctr"/>
          <a:lstStyle/>
          <a:p>
            <a:pPr algn="ctr"/>
          </a:p>
        </p:txBody>
      </p:sp>
      <p:sp>
        <p:nvSpPr>
          <p:cNvPr id="59" name="上一页字"/>
          <p:cNvSpPr txBox="1"/>
          <p:nvPr/>
        </p:nvSpPr>
        <p:spPr>
          <a:xfrm>
            <a:off x="720000" y="17028000"/>
            <a:ext cx="3060000" cy="792000"/>
          </a:xfrm>
          <a:prstGeom prst="rect">
            <a:avLst/>
          </a:prstGeom>
          <a:noFill/>
        </p:spPr>
        <p:txBody>
          <a:bodyPr wrap="square" lIns="0" rIns="0" tIns="0" bIns="0" anchor="ctr">
            <a:noAutofit/>
          </a:bodyPr>
          <a:lstStyle/>
          <a:p>
            <a:pPr algn="ctr"/>
            <a:r>
              <a:rPr sz="3401" b="0" spc="340">
                <a:solidFill>
                  <a:srgbClr val="FFD27A"/>
                </a:solidFill>
                <a:latin typeface="Microsoft YaHei"/>
                <a:ea typeface="微软雅黑"/>
              </a:rPr>
              <a:t>‹ 上一页</a:t>
            </a:r>
          </a:p>
        </p:txBody>
      </p:sp>
      <p:sp>
        <p:nvSpPr>
          <p:cNvPr id="60" name="上一页">
            <a:hlinkClick action="ppaction://hlinksldjump" r:id="rId11"/>
          </p:cNvPr>
          <p:cNvSpPr/>
          <p:nvPr/>
        </p:nvSpPr>
        <p:spPr>
          <a:xfrm>
            <a:off x="720000" y="17028000"/>
            <a:ext cx="3060000" cy="792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7"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7"/>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7"/>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7"/>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7"/>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人员17</a:t>
            </a:r>
          </a:p>
        </p:txBody>
      </p:sp>
      <p:sp>
        <p:nvSpPr>
          <p:cNvPr id="29" name="分隔左17"/>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7"/>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7"/>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7"/>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7"/>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7"/>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7"/>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7"/>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7"/>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7"/>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7"/>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7">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8"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8"/>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8"/>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8"/>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8"/>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人员18</a:t>
            </a:r>
          </a:p>
        </p:txBody>
      </p:sp>
      <p:sp>
        <p:nvSpPr>
          <p:cNvPr id="29" name="分隔左18"/>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8"/>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8"/>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8"/>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8"/>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8"/>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8"/>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8"/>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8"/>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8"/>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8"/>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8">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19"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19"/>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19"/>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19"/>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19"/>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人员19</a:t>
            </a:r>
          </a:p>
        </p:txBody>
      </p:sp>
      <p:sp>
        <p:nvSpPr>
          <p:cNvPr id="29" name="分隔左19"/>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19"/>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19"/>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19"/>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19"/>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19"/>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19"/>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19"/>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19"/>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19"/>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19"/>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19">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0"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20"/>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0"/>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0"/>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0"/>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人员20</a:t>
            </a:r>
          </a:p>
        </p:txBody>
      </p:sp>
      <p:sp>
        <p:nvSpPr>
          <p:cNvPr id="29" name="分隔左20"/>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0"/>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0"/>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20"/>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0"/>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20"/>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20"/>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20"/>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20"/>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20"/>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20"/>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20">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1"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21"/>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1"/>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1"/>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1"/>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人员21</a:t>
            </a:r>
          </a:p>
        </p:txBody>
      </p:sp>
      <p:sp>
        <p:nvSpPr>
          <p:cNvPr id="29" name="分隔左21"/>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1"/>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1"/>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21"/>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1"/>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21"/>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21"/>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21"/>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21"/>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21"/>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21"/>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21">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2"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22"/>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2"/>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2"/>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2"/>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人员22</a:t>
            </a:r>
          </a:p>
        </p:txBody>
      </p:sp>
      <p:sp>
        <p:nvSpPr>
          <p:cNvPr id="29" name="分隔左22"/>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2"/>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2"/>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22"/>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2"/>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22"/>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22"/>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22"/>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22"/>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22"/>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22"/>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22">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3"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23"/>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3"/>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3"/>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3"/>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人员23</a:t>
            </a:r>
          </a:p>
        </p:txBody>
      </p:sp>
      <p:sp>
        <p:nvSpPr>
          <p:cNvPr id="29" name="分隔左23"/>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3"/>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3"/>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23"/>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3"/>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23"/>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23"/>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23"/>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23"/>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23"/>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23"/>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23">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sp>
        <p:nvSpPr>
          <p:cNvPr id="3" name="!!board"/>
          <p:cNvSpPr/>
          <p:nvPr/>
        </p:nvSpPr>
        <p:spPr>
          <a:xfrm>
            <a:off x="1260000" y="3024000"/>
            <a:ext cx="47880000" cy="11952000"/>
          </a:xfrm>
          <a:prstGeom prst="roundRect">
            <a:avLst>
              <a:gd name="adj" fmla="val 4518"/>
            </a:avLst>
          </a:prstGeom>
          <a:gradFill rotWithShape="1">
            <a:gsLst>
              <a:gs pos="0">
                <a:srgbClr val="A3121A"/>
              </a:gs>
              <a:gs pos="58000">
                <a:srgbClr val="7C0A11"/>
              </a:gs>
              <a:gs pos="100000">
                <a:srgbClr val="5A050A"/>
              </a:gs>
            </a:gsLst>
            <a:lin ang="5400000" scaled="0"/>
          </a:gradFill>
          <a:ln w="45000">
            <a:solidFill>
              <a:srgbClr val="FFD682"/>
            </a:solidFill>
          </a:ln>
        </p:spPr>
        <p:txBody>
          <a:bodyPr rtlCol="0" anchor="ctr"/>
          <a:lstStyle/>
          <a:p>
            <a:pPr algn="ctr"/>
          </a:p>
        </p:txBody>
      </p:sp>
      <p:sp>
        <p:nvSpPr>
          <p:cNvPr id="4" name="!!boardLine"/>
          <p:cNvSpPr/>
          <p:nvPr/>
        </p:nvSpPr>
        <p:spPr>
          <a:xfrm>
            <a:off x="1584000" y="3348000"/>
            <a:ext cx="47232000" cy="11304000"/>
          </a:xfrm>
          <a:prstGeom prst="roundRect">
            <a:avLst>
              <a:gd name="adj" fmla="val 3184"/>
            </a:avLst>
          </a:prstGeom>
          <a:noFill/>
          <a:ln w="27000">
            <a:solidFill>
              <a:srgbClr val="C9A260"/>
            </a:solidFill>
          </a:ln>
        </p:spPr>
        <p:txBody>
          <a:bodyPr rtlCol="0" anchor="ctr"/>
          <a:lstStyle/>
          <a:p>
            <a:pPr algn="ctr"/>
          </a:p>
        </p:txBody>
      </p:sp>
      <p:sp>
        <p:nvSpPr>
          <p:cNvPr id="5" name="!!角横tl"/>
          <p:cNvSpPr/>
          <p:nvPr/>
        </p:nvSpPr>
        <p:spPr>
          <a:xfrm>
            <a:off x="1404000" y="3168000"/>
            <a:ext cx="1440000" cy="72000"/>
          </a:xfrm>
          <a:prstGeom prst="rect">
            <a:avLst/>
          </a:prstGeom>
          <a:solidFill>
            <a:srgbClr val="FFD27A"/>
          </a:solidFill>
          <a:ln>
            <a:noFill/>
          </a:ln>
        </p:spPr>
        <p:txBody>
          <a:bodyPr rtlCol="0" anchor="ctr"/>
          <a:lstStyle/>
          <a:p>
            <a:pPr algn="ctr"/>
          </a:p>
        </p:txBody>
      </p:sp>
      <p:sp>
        <p:nvSpPr>
          <p:cNvPr id="6" name="!!角竖tl"/>
          <p:cNvSpPr/>
          <p:nvPr/>
        </p:nvSpPr>
        <p:spPr>
          <a:xfrm>
            <a:off x="1404000" y="3168000"/>
            <a:ext cx="72000" cy="1440000"/>
          </a:xfrm>
          <a:prstGeom prst="rect">
            <a:avLst/>
          </a:prstGeom>
          <a:solidFill>
            <a:srgbClr val="FFD27A"/>
          </a:solidFill>
          <a:ln>
            <a:noFill/>
          </a:ln>
        </p:spPr>
        <p:txBody>
          <a:bodyPr rtlCol="0" anchor="ctr"/>
          <a:lstStyle/>
          <a:p>
            <a:pPr algn="ctr"/>
          </a:p>
        </p:txBody>
      </p:sp>
      <p:sp>
        <p:nvSpPr>
          <p:cNvPr id="7" name="!!角菱tl"/>
          <p:cNvSpPr/>
          <p:nvPr/>
        </p:nvSpPr>
        <p:spPr>
          <a:xfrm>
            <a:off x="1728000" y="3492000"/>
            <a:ext cx="288000" cy="288000"/>
          </a:xfrm>
          <a:prstGeom prst="diamond">
            <a:avLst/>
          </a:prstGeom>
          <a:solidFill>
            <a:srgbClr val="FFD27A"/>
          </a:solidFill>
          <a:ln>
            <a:noFill/>
          </a:ln>
        </p:spPr>
        <p:txBody>
          <a:bodyPr rtlCol="0" anchor="ctr"/>
          <a:lstStyle/>
          <a:p>
            <a:pPr algn="ctr"/>
          </a:p>
        </p:txBody>
      </p:sp>
      <p:sp>
        <p:nvSpPr>
          <p:cNvPr id="8" name="!!角横tr"/>
          <p:cNvSpPr/>
          <p:nvPr/>
        </p:nvSpPr>
        <p:spPr>
          <a:xfrm>
            <a:off x="47556000" y="3168000"/>
            <a:ext cx="1440000" cy="72000"/>
          </a:xfrm>
          <a:prstGeom prst="rect">
            <a:avLst/>
          </a:prstGeom>
          <a:solidFill>
            <a:srgbClr val="FFD27A"/>
          </a:solidFill>
          <a:ln>
            <a:noFill/>
          </a:ln>
        </p:spPr>
        <p:txBody>
          <a:bodyPr rtlCol="0" anchor="ctr"/>
          <a:lstStyle/>
          <a:p>
            <a:pPr algn="ctr"/>
          </a:p>
        </p:txBody>
      </p:sp>
      <p:sp>
        <p:nvSpPr>
          <p:cNvPr id="9" name="!!角竖tr"/>
          <p:cNvSpPr/>
          <p:nvPr/>
        </p:nvSpPr>
        <p:spPr>
          <a:xfrm>
            <a:off x="48924000" y="3168000"/>
            <a:ext cx="72000" cy="1440000"/>
          </a:xfrm>
          <a:prstGeom prst="rect">
            <a:avLst/>
          </a:prstGeom>
          <a:solidFill>
            <a:srgbClr val="FFD27A"/>
          </a:solidFill>
          <a:ln>
            <a:noFill/>
          </a:ln>
        </p:spPr>
        <p:txBody>
          <a:bodyPr rtlCol="0" anchor="ctr"/>
          <a:lstStyle/>
          <a:p>
            <a:pPr algn="ctr"/>
          </a:p>
        </p:txBody>
      </p:sp>
      <p:sp>
        <p:nvSpPr>
          <p:cNvPr id="10" name="!!角菱tr"/>
          <p:cNvSpPr/>
          <p:nvPr/>
        </p:nvSpPr>
        <p:spPr>
          <a:xfrm>
            <a:off x="48384000" y="3492000"/>
            <a:ext cx="288000" cy="288000"/>
          </a:xfrm>
          <a:prstGeom prst="diamond">
            <a:avLst/>
          </a:prstGeom>
          <a:solidFill>
            <a:srgbClr val="FFD27A"/>
          </a:solidFill>
          <a:ln>
            <a:noFill/>
          </a:ln>
        </p:spPr>
        <p:txBody>
          <a:bodyPr rtlCol="0" anchor="ctr"/>
          <a:lstStyle/>
          <a:p>
            <a:pPr algn="ctr"/>
          </a:p>
        </p:txBody>
      </p:sp>
      <p:sp>
        <p:nvSpPr>
          <p:cNvPr id="11" name="!!角横bl"/>
          <p:cNvSpPr/>
          <p:nvPr/>
        </p:nvSpPr>
        <p:spPr>
          <a:xfrm>
            <a:off x="1404000" y="14760000"/>
            <a:ext cx="1440000" cy="72000"/>
          </a:xfrm>
          <a:prstGeom prst="rect">
            <a:avLst/>
          </a:prstGeom>
          <a:solidFill>
            <a:srgbClr val="FFD27A"/>
          </a:solidFill>
          <a:ln>
            <a:noFill/>
          </a:ln>
        </p:spPr>
        <p:txBody>
          <a:bodyPr rtlCol="0" anchor="ctr"/>
          <a:lstStyle/>
          <a:p>
            <a:pPr algn="ctr"/>
          </a:p>
        </p:txBody>
      </p:sp>
      <p:sp>
        <p:nvSpPr>
          <p:cNvPr id="12" name="!!角竖bl"/>
          <p:cNvSpPr/>
          <p:nvPr/>
        </p:nvSpPr>
        <p:spPr>
          <a:xfrm>
            <a:off x="1404000" y="13392000"/>
            <a:ext cx="72000" cy="1440000"/>
          </a:xfrm>
          <a:prstGeom prst="rect">
            <a:avLst/>
          </a:prstGeom>
          <a:solidFill>
            <a:srgbClr val="FFD27A"/>
          </a:solidFill>
          <a:ln>
            <a:noFill/>
          </a:ln>
        </p:spPr>
        <p:txBody>
          <a:bodyPr rtlCol="0" anchor="ctr"/>
          <a:lstStyle/>
          <a:p>
            <a:pPr algn="ctr"/>
          </a:p>
        </p:txBody>
      </p:sp>
      <p:sp>
        <p:nvSpPr>
          <p:cNvPr id="13" name="!!角菱bl"/>
          <p:cNvSpPr/>
          <p:nvPr/>
        </p:nvSpPr>
        <p:spPr>
          <a:xfrm>
            <a:off x="1728000" y="14220000"/>
            <a:ext cx="288000" cy="288000"/>
          </a:xfrm>
          <a:prstGeom prst="diamond">
            <a:avLst/>
          </a:prstGeom>
          <a:solidFill>
            <a:srgbClr val="FFD27A"/>
          </a:solidFill>
          <a:ln>
            <a:noFill/>
          </a:ln>
        </p:spPr>
        <p:txBody>
          <a:bodyPr rtlCol="0" anchor="ctr"/>
          <a:lstStyle/>
          <a:p>
            <a:pPr algn="ctr"/>
          </a:p>
        </p:txBody>
      </p:sp>
      <p:sp>
        <p:nvSpPr>
          <p:cNvPr id="14" name="!!角横br"/>
          <p:cNvSpPr/>
          <p:nvPr/>
        </p:nvSpPr>
        <p:spPr>
          <a:xfrm>
            <a:off x="47556000" y="14760000"/>
            <a:ext cx="1440000" cy="72000"/>
          </a:xfrm>
          <a:prstGeom prst="rect">
            <a:avLst/>
          </a:prstGeom>
          <a:solidFill>
            <a:srgbClr val="FFD27A"/>
          </a:solidFill>
          <a:ln>
            <a:noFill/>
          </a:ln>
        </p:spPr>
        <p:txBody>
          <a:bodyPr rtlCol="0" anchor="ctr"/>
          <a:lstStyle/>
          <a:p>
            <a:pPr algn="ctr"/>
          </a:p>
        </p:txBody>
      </p:sp>
      <p:sp>
        <p:nvSpPr>
          <p:cNvPr id="15" name="!!角竖br"/>
          <p:cNvSpPr/>
          <p:nvPr/>
        </p:nvSpPr>
        <p:spPr>
          <a:xfrm>
            <a:off x="48924000" y="13392000"/>
            <a:ext cx="72000" cy="1440000"/>
          </a:xfrm>
          <a:prstGeom prst="rect">
            <a:avLst/>
          </a:prstGeom>
          <a:solidFill>
            <a:srgbClr val="FFD27A"/>
          </a:solidFill>
          <a:ln>
            <a:noFill/>
          </a:ln>
        </p:spPr>
        <p:txBody>
          <a:bodyPr rtlCol="0" anchor="ctr"/>
          <a:lstStyle/>
          <a:p>
            <a:pPr algn="ctr"/>
          </a:p>
        </p:txBody>
      </p:sp>
      <p:sp>
        <p:nvSpPr>
          <p:cNvPr id="16" name="!!角菱br"/>
          <p:cNvSpPr/>
          <p:nvPr/>
        </p:nvSpPr>
        <p:spPr>
          <a:xfrm>
            <a:off x="48384000" y="14220000"/>
            <a:ext cx="288000" cy="288000"/>
          </a:xfrm>
          <a:prstGeom prst="diamond">
            <a:avLst/>
          </a:prstGeom>
          <a:solidFill>
            <a:srgbClr val="FFD27A"/>
          </a:solidFill>
          <a:ln>
            <a:noFill/>
          </a:ln>
        </p:spPr>
        <p:txBody>
          <a:bodyPr rtlCol="0" anchor="ctr"/>
          <a:lstStyle/>
          <a:p>
            <a:pPr algn="ctr"/>
          </a:p>
        </p:txBody>
      </p:sp>
      <p:sp>
        <p:nvSpPr>
          <p:cNvPr id="17" name="!!frameEdge"/>
          <p:cNvSpPr/>
          <p:nvPr/>
        </p:nvSpPr>
        <p:spPr>
          <a:xfrm>
            <a:off x="16146000" y="2070000"/>
            <a:ext cx="18108000" cy="13860000"/>
          </a:xfrm>
          <a:prstGeom prst="roundRect">
            <a:avLst>
              <a:gd name="adj" fmla="val 2337"/>
            </a:avLst>
          </a:prstGeom>
          <a:solidFill>
            <a:srgbClr val="7A4A0C"/>
          </a:solidFill>
          <a:ln>
            <a:noFill/>
          </a:ln>
        </p:spPr>
        <p:txBody>
          <a:bodyPr rtlCol="0" anchor="ctr"/>
          <a:lstStyle/>
          <a:p>
            <a:pPr algn="ctr"/>
          </a:p>
        </p:txBody>
      </p:sp>
      <p:sp>
        <p:nvSpPr>
          <p:cNvPr id="18" name="!!frame"/>
          <p:cNvSpPr/>
          <p:nvPr/>
        </p:nvSpPr>
        <p:spPr>
          <a:xfrm>
            <a:off x="16200000" y="2124000"/>
            <a:ext cx="18000000" cy="13752000"/>
          </a:xfrm>
          <a:prstGeom prst="roundRect">
            <a:avLst>
              <a:gd name="adj" fmla="val 2094"/>
            </a:avLst>
          </a:prstGeom>
          <a:gradFill rotWithShape="1">
            <a:gsLst>
              <a:gs pos="0">
                <a:srgbClr val="FFF4C8"/>
              </a:gs>
              <a:gs pos="22000">
                <a:srgbClr val="D9A03E"/>
              </a:gs>
              <a:gs pos="46000">
                <a:srgbClr val="FFF1C0"/>
              </a:gs>
              <a:gs pos="70000">
                <a:srgbClr val="B9822A"/>
              </a:gs>
              <a:gs pos="100000">
                <a:srgbClr val="FFE7A8"/>
              </a:gs>
            </a:gsLst>
            <a:lin ang="2700000" scaled="0"/>
          </a:gradFill>
          <a:ln>
            <a:noFill/>
          </a:ln>
        </p:spPr>
        <p:txBody>
          <a:bodyPr rtlCol="0" anchor="ctr"/>
          <a:lstStyle/>
          <a:p>
            <a:pPr algn="ctr"/>
          </a:p>
        </p:txBody>
      </p:sp>
      <p:sp>
        <p:nvSpPr>
          <p:cNvPr id="19" name="!!mat"/>
          <p:cNvSpPr/>
          <p:nvPr/>
        </p:nvSpPr>
        <p:spPr>
          <a:xfrm>
            <a:off x="16452000" y="2376000"/>
            <a:ext cx="17496000" cy="13248000"/>
          </a:xfrm>
          <a:prstGeom prst="rect">
            <a:avLst/>
          </a:prstGeom>
          <a:gradFill rotWithShape="1">
            <a:gsLst>
              <a:gs pos="0">
                <a:srgbClr val="FFFDF6"/>
              </a:gs>
              <a:gs pos="100000">
                <a:srgbClr val="F6EAD0"/>
              </a:gs>
            </a:gsLst>
            <a:lin ang="5400000" scaled="0"/>
          </a:gradFill>
          <a:ln w="36000">
            <a:solidFill>
              <a:srgbClr val="96641E"/>
            </a:solidFill>
          </a:ln>
        </p:spPr>
        <p:txBody>
          <a:bodyPr rtlCol="0" anchor="ctr"/>
          <a:lstStyle/>
          <a:p>
            <a:pPr algn="ctr"/>
          </a:p>
        </p:txBody>
      </p:sp>
      <p:pic>
        <p:nvPicPr>
          <p:cNvPr id="20" name="!!p24" descr="image.jpg"/>
          <p:cNvPicPr>
            <a:picLocks noChangeAspect="1"/>
          </p:cNvPicPr>
          <p:nvPr/>
        </p:nvPicPr>
        <p:blipFill>
          <a:blip r:embed="rId2"/>
          <a:stretch>
            <a:fillRect/>
          </a:stretch>
        </p:blipFill>
        <p:spPr>
          <a:xfrm>
            <a:off x="16704000" y="2628000"/>
            <a:ext cx="16992000" cy="12744000"/>
          </a:xfrm>
          <a:prstGeom prst="rect">
            <a:avLst/>
          </a:prstGeom>
          <a:ln w="36000">
            <a:solidFill>
              <a:srgbClr val="C99A3C"/>
            </a:solidFill>
          </a:ln>
        </p:spPr>
      </p:pic>
      <p:sp>
        <p:nvSpPr>
          <p:cNvPr id="21" name="!!框菱tl"/>
          <p:cNvSpPr/>
          <p:nvPr/>
        </p:nvSpPr>
        <p:spPr>
          <a:xfrm>
            <a:off x="15966000" y="1890000"/>
            <a:ext cx="468000" cy="468000"/>
          </a:xfrm>
          <a:prstGeom prst="diamond">
            <a:avLst/>
          </a:prstGeom>
          <a:solidFill>
            <a:srgbClr val="C8161D"/>
          </a:solidFill>
          <a:ln>
            <a:noFill/>
          </a:ln>
        </p:spPr>
        <p:txBody>
          <a:bodyPr rtlCol="0" anchor="ctr"/>
          <a:lstStyle/>
          <a:p>
            <a:pPr algn="ctr"/>
          </a:p>
        </p:txBody>
      </p:sp>
      <p:sp>
        <p:nvSpPr>
          <p:cNvPr id="22" name="!!框菱tr"/>
          <p:cNvSpPr/>
          <p:nvPr/>
        </p:nvSpPr>
        <p:spPr>
          <a:xfrm>
            <a:off x="33966000" y="1890000"/>
            <a:ext cx="468000" cy="468000"/>
          </a:xfrm>
          <a:prstGeom prst="diamond">
            <a:avLst/>
          </a:prstGeom>
          <a:solidFill>
            <a:srgbClr val="C8161D"/>
          </a:solidFill>
          <a:ln>
            <a:noFill/>
          </a:ln>
        </p:spPr>
        <p:txBody>
          <a:bodyPr rtlCol="0" anchor="ctr"/>
          <a:lstStyle/>
          <a:p>
            <a:pPr algn="ctr"/>
          </a:p>
        </p:txBody>
      </p:sp>
      <p:sp>
        <p:nvSpPr>
          <p:cNvPr id="23" name="!!框菱bl"/>
          <p:cNvSpPr/>
          <p:nvPr/>
        </p:nvSpPr>
        <p:spPr>
          <a:xfrm>
            <a:off x="15966000" y="15642000"/>
            <a:ext cx="468000" cy="468000"/>
          </a:xfrm>
          <a:prstGeom prst="diamond">
            <a:avLst/>
          </a:prstGeom>
          <a:solidFill>
            <a:srgbClr val="C8161D"/>
          </a:solidFill>
          <a:ln>
            <a:noFill/>
          </a:ln>
        </p:spPr>
        <p:txBody>
          <a:bodyPr rtlCol="0" anchor="ctr"/>
          <a:lstStyle/>
          <a:p>
            <a:pPr algn="ctr"/>
          </a:p>
        </p:txBody>
      </p:sp>
      <p:sp>
        <p:nvSpPr>
          <p:cNvPr id="24" name="!!框菱br"/>
          <p:cNvSpPr/>
          <p:nvPr/>
        </p:nvSpPr>
        <p:spPr>
          <a:xfrm>
            <a:off x="33966000" y="15642000"/>
            <a:ext cx="468000" cy="468000"/>
          </a:xfrm>
          <a:prstGeom prst="diamond">
            <a:avLst/>
          </a:prstGeom>
          <a:solidFill>
            <a:srgbClr val="C8161D"/>
          </a:solidFill>
          <a:ln>
            <a:noFill/>
          </a:ln>
        </p:spPr>
        <p:txBody>
          <a:bodyPr rtlCol="0" anchor="ctr"/>
          <a:lstStyle/>
          <a:p>
            <a:pPr algn="ctr"/>
          </a:p>
        </p:txBody>
      </p:sp>
      <p:sp>
        <p:nvSpPr>
          <p:cNvPr id="25" name="标语24"/>
          <p:cNvSpPr txBox="1"/>
          <p:nvPr/>
        </p:nvSpPr>
        <p:spPr>
          <a:xfrm>
            <a:off x="4453200" y="5130000"/>
            <a:ext cx="8784000" cy="1008000"/>
          </a:xfrm>
          <a:prstGeom prst="rect">
            <a:avLst/>
          </a:prstGeom>
          <a:noFill/>
        </p:spPr>
        <p:txBody>
          <a:bodyPr wrap="square" lIns="0" rIns="0" tIns="0" bIns="0" anchor="ctr">
            <a:noAutofit/>
          </a:bodyPr>
          <a:lstStyle/>
          <a:p>
            <a:pPr algn="ctr"/>
            <a:r>
              <a:rPr sz="5669" b="0" spc="1814">
                <a:solidFill>
                  <a:srgbClr val="FFD27A"/>
                </a:solidFill>
                <a:latin typeface="Microsoft YaHei"/>
                <a:ea typeface="微软雅黑"/>
              </a:rPr>
              <a:t>我为核安全文化代言</a:t>
            </a:r>
          </a:p>
        </p:txBody>
      </p:sp>
      <p:sp>
        <p:nvSpPr>
          <p:cNvPr id="26" name="标语线左24"/>
          <p:cNvSpPr/>
          <p:nvPr/>
        </p:nvSpPr>
        <p:spPr>
          <a:xfrm>
            <a:off x="2581200" y="5634000"/>
            <a:ext cx="144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27" name="标语线右24"/>
          <p:cNvSpPr/>
          <p:nvPr/>
        </p:nvSpPr>
        <p:spPr>
          <a:xfrm>
            <a:off x="13438800" y="5634000"/>
            <a:ext cx="144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28" name="姓名24"/>
          <p:cNvSpPr txBox="1"/>
          <p:nvPr/>
        </p:nvSpPr>
        <p:spPr>
          <a:xfrm>
            <a:off x="1800000" y="6390000"/>
            <a:ext cx="14263200" cy="3513600"/>
          </a:xfrm>
          <a:prstGeom prst="rect">
            <a:avLst/>
          </a:prstGeom>
          <a:noFill/>
        </p:spPr>
        <p:txBody>
          <a:bodyPr wrap="square" lIns="0" rIns="0" tIns="0" bIns="0" anchor="ctr">
            <a:noAutofit/>
          </a:bodyPr>
          <a:lstStyle/>
          <a:p>
            <a:pPr algn="ctr"/>
            <a:r>
              <a:rPr sz="22677" b="1" spc="3174">
                <a:gradFill rotWithShape="1">
                  <a:gsLst>
                    <a:gs pos="0">
                      <a:srgbClr val="FFF8DC"/>
                    </a:gs>
                    <a:gs pos="46000">
                      <a:srgbClr val="FFE39A"/>
                    </a:gs>
                    <a:gs pos="100000">
                      <a:srgbClr val="E0A43A"/>
                    </a:gs>
                  </a:gsLst>
                  <a:lin ang="5400000" scaled="0"/>
                </a:gradFill>
                <a:effectLst>
                  <a:outerShdw blurRad="288000" dist="108000" dir="5400000" algn="t" rotWithShape="0">
                    <a:srgbClr val="000000">
                      <a:alpha val="50000"/>
                    </a:srgbClr>
                  </a:outerShdw>
                </a:effectLst>
                <a:latin typeface="Microsoft YaHei"/>
                <a:ea typeface="微软雅黑"/>
              </a:rPr>
              <a:t>人员24</a:t>
            </a:r>
          </a:p>
        </p:txBody>
      </p:sp>
      <p:sp>
        <p:nvSpPr>
          <p:cNvPr id="29" name="分隔左24"/>
          <p:cNvSpPr/>
          <p:nvPr/>
        </p:nvSpPr>
        <p:spPr>
          <a:xfrm>
            <a:off x="4258800" y="10443600"/>
            <a:ext cx="41472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0" name="分隔右24"/>
          <p:cNvSpPr/>
          <p:nvPr/>
        </p:nvSpPr>
        <p:spPr>
          <a:xfrm>
            <a:off x="9054000" y="10443600"/>
            <a:ext cx="41472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1" name="分隔菱24"/>
          <p:cNvSpPr/>
          <p:nvPr/>
        </p:nvSpPr>
        <p:spPr>
          <a:xfrm>
            <a:off x="8532000" y="10263600"/>
            <a:ext cx="396000" cy="396000"/>
          </a:xfrm>
          <a:prstGeom prst="diamond">
            <a:avLst/>
          </a:prstGeom>
          <a:solidFill>
            <a:srgbClr val="FFD27A"/>
          </a:solidFill>
          <a:ln>
            <a:noFill/>
          </a:ln>
        </p:spPr>
        <p:txBody>
          <a:bodyPr rtlCol="0" anchor="ctr"/>
          <a:lstStyle/>
          <a:p>
            <a:pPr algn="ctr"/>
          </a:p>
        </p:txBody>
      </p:sp>
      <p:sp>
        <p:nvSpPr>
          <p:cNvPr id="32" name="单位框24"/>
          <p:cNvSpPr/>
          <p:nvPr/>
        </p:nvSpPr>
        <p:spPr>
          <a:xfrm>
            <a:off x="4813200" y="11127600"/>
            <a:ext cx="7833600" cy="1742400"/>
          </a:xfrm>
          <a:prstGeom prst="roundRect">
            <a:avLst>
              <a:gd name="adj" fmla="val 50000"/>
            </a:avLst>
          </a:prstGeom>
          <a:solidFill>
            <a:srgbClr val="FFD682">
              <a:alpha val="16000"/>
            </a:srgbClr>
          </a:solidFill>
          <a:ln w="36000">
            <a:solidFill>
              <a:srgbClr val="FFD682"/>
            </a:solidFill>
          </a:ln>
        </p:spPr>
        <p:txBody>
          <a:bodyPr rtlCol="0" anchor="ctr"/>
          <a:lstStyle/>
          <a:p>
            <a:pPr algn="ctr"/>
          </a:p>
        </p:txBody>
      </p:sp>
      <p:sp>
        <p:nvSpPr>
          <p:cNvPr id="33" name="单位24"/>
          <p:cNvSpPr txBox="1"/>
          <p:nvPr/>
        </p:nvSpPr>
        <p:spPr>
          <a:xfrm>
            <a:off x="4813200" y="11127600"/>
            <a:ext cx="7974720" cy="1742400"/>
          </a:xfrm>
          <a:prstGeom prst="rect">
            <a:avLst/>
          </a:prstGeom>
          <a:noFill/>
        </p:spPr>
        <p:txBody>
          <a:bodyPr wrap="square" lIns="0" rIns="0" tIns="0" bIns="0" anchor="ctr">
            <a:noAutofit/>
          </a:bodyPr>
          <a:lstStyle/>
          <a:p>
            <a:pPr algn="ctr"/>
            <a:r>
              <a:rPr sz="7937" b="1" spc="1111">
                <a:solidFill>
                  <a:srgbClr val="FFF1CF"/>
                </a:solidFill>
                <a:latin typeface="Microsoft YaHei"/>
                <a:ea typeface="微软雅黑"/>
              </a:rPr>
              <a:t>单位待补充</a:t>
            </a:r>
          </a:p>
        </p:txBody>
      </p:sp>
      <p:sp>
        <p:nvSpPr>
          <p:cNvPr id="34" name="标题24"/>
          <p:cNvSpPr txBox="1"/>
          <p:nvPr/>
        </p:nvSpPr>
        <p:spPr>
          <a:xfrm>
            <a:off x="38430000" y="3924000"/>
            <a:ext cx="6660000" cy="1188000"/>
          </a:xfrm>
          <a:prstGeom prst="rect">
            <a:avLst/>
          </a:prstGeom>
          <a:noFill/>
        </p:spPr>
        <p:txBody>
          <a:bodyPr wrap="square" lIns="0" rIns="0" tIns="0" bIns="0" anchor="ctr">
            <a:noAutofit/>
          </a:bodyPr>
          <a:lstStyle/>
          <a:p>
            <a:pPr algn="ctr"/>
            <a:r>
              <a:rPr sz="7086" b="1" spc="1417">
                <a:solidFill>
                  <a:srgbClr val="FFD27A"/>
                </a:solidFill>
                <a:latin typeface="Microsoft YaHei"/>
                <a:ea typeface="微软雅黑"/>
              </a:rPr>
              <a:t>正面行为介绍</a:t>
            </a:r>
          </a:p>
        </p:txBody>
      </p:sp>
      <p:sp>
        <p:nvSpPr>
          <p:cNvPr id="35" name="标题线左24"/>
          <p:cNvSpPr/>
          <p:nvPr/>
        </p:nvSpPr>
        <p:spPr>
          <a:xfrm>
            <a:off x="35460000" y="4518000"/>
            <a:ext cx="2250000" cy="45000"/>
          </a:xfrm>
          <a:prstGeom prst="rect">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36" name="标题线右24"/>
          <p:cNvSpPr/>
          <p:nvPr/>
        </p:nvSpPr>
        <p:spPr>
          <a:xfrm>
            <a:off x="45630000" y="4518000"/>
            <a:ext cx="2250000" cy="45000"/>
          </a:xfrm>
          <a:prstGeom prst="rect">
            <a:avLst/>
          </a:prstGeom>
          <a:gradFill rotWithShape="1">
            <a:gsLst>
              <a:gs pos="0">
                <a:srgbClr val="FFD27A"/>
              </a:gs>
              <a:gs pos="100000">
                <a:srgbClr val="FFD27A">
                  <a:alpha val="0"/>
                </a:srgbClr>
              </a:gs>
            </a:gsLst>
            <a:lin ang="0" scaled="0"/>
          </a:gradFill>
          <a:ln>
            <a:noFill/>
          </a:ln>
        </p:spPr>
        <p:txBody>
          <a:bodyPr rtlCol="0" anchor="ctr"/>
          <a:lstStyle/>
          <a:p>
            <a:pPr algn="ctr"/>
          </a:p>
        </p:txBody>
      </p:sp>
      <p:sp>
        <p:nvSpPr>
          <p:cNvPr id="37" name="标题菱左24"/>
          <p:cNvSpPr/>
          <p:nvPr/>
        </p:nvSpPr>
        <p:spPr>
          <a:xfrm>
            <a:off x="37710000" y="4428000"/>
            <a:ext cx="216000" cy="216000"/>
          </a:xfrm>
          <a:prstGeom prst="diamond">
            <a:avLst/>
          </a:prstGeom>
          <a:solidFill>
            <a:srgbClr val="FFD27A"/>
          </a:solidFill>
          <a:ln>
            <a:noFill/>
          </a:ln>
        </p:spPr>
        <p:txBody>
          <a:bodyPr rtlCol="0" anchor="ctr"/>
          <a:lstStyle/>
          <a:p>
            <a:pPr algn="ctr"/>
          </a:p>
        </p:txBody>
      </p:sp>
      <p:sp>
        <p:nvSpPr>
          <p:cNvPr id="38" name="标题菱右24"/>
          <p:cNvSpPr/>
          <p:nvPr/>
        </p:nvSpPr>
        <p:spPr>
          <a:xfrm>
            <a:off x="45414000" y="4428000"/>
            <a:ext cx="216000" cy="216000"/>
          </a:xfrm>
          <a:prstGeom prst="diamond">
            <a:avLst/>
          </a:prstGeom>
          <a:solidFill>
            <a:srgbClr val="FFD27A"/>
          </a:solidFill>
          <a:ln>
            <a:noFill/>
          </a:ln>
        </p:spPr>
        <p:txBody>
          <a:bodyPr rtlCol="0" anchor="ctr"/>
          <a:lstStyle/>
          <a:p>
            <a:pPr algn="ctr"/>
          </a:p>
        </p:txBody>
      </p:sp>
      <p:sp>
        <p:nvSpPr>
          <p:cNvPr id="39" name="介绍24"/>
          <p:cNvSpPr txBox="1"/>
          <p:nvPr/>
        </p:nvSpPr>
        <p:spPr>
          <a:xfrm>
            <a:off x="35460000" y="5688000"/>
            <a:ext cx="12420000" cy="8388000"/>
          </a:xfrm>
          <a:prstGeom prst="rect">
            <a:avLst/>
          </a:prstGeom>
          <a:noFill/>
        </p:spPr>
        <p:txBody>
          <a:bodyPr wrap="square" lIns="0" rIns="0" tIns="0" bIns="0" anchor="ctr">
            <a:noAutofit/>
          </a:bodyPr>
          <a:lstStyle/>
          <a:p>
            <a:pPr algn="ctr">
              <a:lnSpc>
                <a:spcPts val="13492"/>
              </a:lnSpc>
            </a:pPr>
            <a:r>
              <a:rPr sz="7937" b="0">
                <a:solidFill>
                  <a:srgbClr val="FFF3E2"/>
                </a:solidFill>
                <a:latin typeface="Microsoft YaHei"/>
                <a:ea typeface="微软雅黑"/>
              </a:rPr>
              <a:t>正面行为介绍待补充。</a:t>
            </a:r>
          </a:p>
        </p:txBody>
      </p:sp>
      <p:sp>
        <p:nvSpPr>
          <p:cNvPr id="40" name="返回24">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