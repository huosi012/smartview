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459200" cy="117043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303省道"/>
          <p:cNvSpPr txBox="1"/>
          <p:nvPr/>
        </p:nvSpPr>
        <p:spPr>
          <a:xfrm rot="366093">
            <a:off x="5114377" y="2874554"/>
            <a:ext cx="1112093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303省道</a:t>
            </a:r>
          </a:p>
        </p:txBody>
      </p:sp>
      <p:sp>
        <p:nvSpPr>
          <p:cNvPr id="3" name="303省道"/>
          <p:cNvSpPr txBox="1"/>
          <p:nvPr/>
        </p:nvSpPr>
        <p:spPr>
          <a:xfrm rot="162959">
            <a:off x="10525052" y="3519983"/>
            <a:ext cx="1032174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303省道</a:t>
            </a:r>
          </a:p>
        </p:txBody>
      </p:sp>
      <p:sp>
        <p:nvSpPr>
          <p:cNvPr id="4" name="北环城路"/>
          <p:cNvSpPr txBox="1"/>
          <p:nvPr/>
        </p:nvSpPr>
        <p:spPr>
          <a:xfrm rot="696201">
            <a:off x="15543232" y="5483264"/>
            <a:ext cx="998524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北环城路</a:t>
            </a:r>
          </a:p>
        </p:txBody>
      </p:sp>
      <p:sp>
        <p:nvSpPr>
          <p:cNvPr id="5" name="京哈高速"/>
          <p:cNvSpPr txBox="1"/>
          <p:nvPr/>
        </p:nvSpPr>
        <p:spPr>
          <a:xfrm rot="17042175">
            <a:off x="11388265" y="5402997"/>
            <a:ext cx="998524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D6F9C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京哈高速</a:t>
            </a:r>
          </a:p>
        </p:txBody>
      </p:sp>
      <p:sp>
        <p:nvSpPr>
          <p:cNvPr id="6" name="京哈高速"/>
          <p:cNvSpPr txBox="1"/>
          <p:nvPr/>
        </p:nvSpPr>
        <p:spPr>
          <a:xfrm rot="17306097">
            <a:off x="9403067" y="9572981"/>
            <a:ext cx="998524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D6F9C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京哈高速</a:t>
            </a:r>
          </a:p>
        </p:txBody>
      </p:sp>
      <p:sp>
        <p:nvSpPr>
          <p:cNvPr id="7" name="德农路"/>
          <p:cNvSpPr txBox="1"/>
          <p:nvPr/>
        </p:nvSpPr>
        <p:spPr>
          <a:xfrm rot="21219588">
            <a:off x="9204650" y="8760790"/>
            <a:ext cx="767181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德农路</a:t>
            </a:r>
          </a:p>
        </p:txBody>
      </p:sp>
      <p:sp>
        <p:nvSpPr>
          <p:cNvPr id="8" name="德环路"/>
          <p:cNvSpPr txBox="1"/>
          <p:nvPr/>
        </p:nvSpPr>
        <p:spPr>
          <a:xfrm rot="4797609">
            <a:off x="11327088" y="9352895"/>
            <a:ext cx="767181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德环路</a:t>
            </a:r>
          </a:p>
        </p:txBody>
      </p:sp>
      <p:sp>
        <p:nvSpPr>
          <p:cNvPr id="9" name="德农环路"/>
          <p:cNvSpPr txBox="1"/>
          <p:nvPr/>
        </p:nvSpPr>
        <p:spPr>
          <a:xfrm rot="20810206">
            <a:off x="13377357" y="10453711"/>
            <a:ext cx="998524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德农环路</a:t>
            </a:r>
          </a:p>
        </p:txBody>
      </p:sp>
      <p:sp>
        <p:nvSpPr>
          <p:cNvPr id="10" name="新华街"/>
          <p:cNvSpPr txBox="1"/>
          <p:nvPr/>
        </p:nvSpPr>
        <p:spPr>
          <a:xfrm rot="18918785">
            <a:off x="12375957" y="9587202"/>
            <a:ext cx="830275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新华街</a:t>
            </a:r>
          </a:p>
        </p:txBody>
      </p:sp>
      <p:sp>
        <p:nvSpPr>
          <p:cNvPr id="11" name="松柏路"/>
          <p:cNvSpPr txBox="1"/>
          <p:nvPr/>
        </p:nvSpPr>
        <p:spPr>
          <a:xfrm rot="1416617">
            <a:off x="11835852" y="8181564"/>
            <a:ext cx="767181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松柏路</a:t>
            </a:r>
          </a:p>
        </p:txBody>
      </p:sp>
      <p:sp>
        <p:nvSpPr>
          <p:cNvPr id="12" name="G102国道"/>
          <p:cNvSpPr txBox="1"/>
          <p:nvPr/>
        </p:nvSpPr>
        <p:spPr>
          <a:xfrm rot="18959723">
            <a:off x="14714031" y="9781359"/>
            <a:ext cx="1091062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5B5B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G102国道</a:t>
            </a:r>
          </a:p>
        </p:txBody>
      </p:sp>
      <p:sp>
        <p:nvSpPr>
          <p:cNvPr id="13" name="天台镇"/>
          <p:cNvSpPr txBox="1"/>
          <p:nvPr/>
        </p:nvSpPr>
        <p:spPr>
          <a:xfrm>
            <a:off x="6471208" y="3752478"/>
            <a:ext cx="956462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016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天台镇</a:t>
            </a:r>
          </a:p>
        </p:txBody>
      </p:sp>
      <p:sp>
        <p:nvSpPr>
          <p:cNvPr id="14" name="万金塔乡"/>
          <p:cNvSpPr txBox="1"/>
          <p:nvPr/>
        </p:nvSpPr>
        <p:spPr>
          <a:xfrm>
            <a:off x="640080" y="2437863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728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万金塔乡</a:t>
            </a:r>
          </a:p>
        </p:txBody>
      </p:sp>
      <p:sp>
        <p:nvSpPr>
          <p:cNvPr id="15" name="德惠西站"/>
          <p:cNvSpPr txBox="1"/>
          <p:nvPr/>
        </p:nvSpPr>
        <p:spPr>
          <a:xfrm>
            <a:off x="12316968" y="6901196"/>
            <a:ext cx="998524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2F6FD6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德惠西站</a:t>
            </a:r>
          </a:p>
        </p:txBody>
      </p:sp>
      <p:sp>
        <p:nvSpPr>
          <p:cNvPr id="16" name="红旗大市场"/>
          <p:cNvSpPr txBox="1"/>
          <p:nvPr/>
        </p:nvSpPr>
        <p:spPr>
          <a:xfrm>
            <a:off x="12755880" y="7870460"/>
            <a:ext cx="122986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A03CC8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红旗大市场</a:t>
            </a:r>
          </a:p>
        </p:txBody>
      </p:sp>
      <p:sp>
        <p:nvSpPr>
          <p:cNvPr id="17" name="龙凤采摘园"/>
          <p:cNvSpPr txBox="1"/>
          <p:nvPr/>
        </p:nvSpPr>
        <p:spPr>
          <a:xfrm>
            <a:off x="11887200" y="8638556"/>
            <a:ext cx="122986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3A9B3F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龙凤采摘园</a:t>
            </a:r>
          </a:p>
        </p:txBody>
      </p:sp>
      <p:sp>
        <p:nvSpPr>
          <p:cNvPr id="18" name="中林石油加油站"/>
          <p:cNvSpPr txBox="1"/>
          <p:nvPr/>
        </p:nvSpPr>
        <p:spPr>
          <a:xfrm>
            <a:off x="12847320" y="6096524"/>
            <a:ext cx="1692554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2F6FD6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中林石油加油站</a:t>
            </a:r>
          </a:p>
        </p:txBody>
      </p:sp>
      <p:sp>
        <p:nvSpPr>
          <p:cNvPr id="19" name="王三姐绿色生态园"/>
          <p:cNvSpPr txBox="1"/>
          <p:nvPr/>
        </p:nvSpPr>
        <p:spPr>
          <a:xfrm>
            <a:off x="14447520" y="6626876"/>
            <a:ext cx="1923897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3A9B3F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王三姐绿色生态园</a:t>
            </a:r>
          </a:p>
        </p:txBody>
      </p:sp>
      <p:sp>
        <p:nvSpPr>
          <p:cNvPr id="20" name="新郎家"/>
          <p:cNvSpPr txBox="1"/>
          <p:nvPr/>
        </p:nvSpPr>
        <p:spPr>
          <a:xfrm>
            <a:off x="2286000" y="1697484"/>
            <a:ext cx="1574779" cy="578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3427" b="1">
                <a:solidFill>
                  <a:srgbClr val="1F49FF"/>
                </a:solidFill>
                <a:effectLst>
                  <a:glow rad="43525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新郎家</a:t>
            </a:r>
          </a:p>
        </p:txBody>
      </p:sp>
      <p:sp>
        <p:nvSpPr>
          <p:cNvPr id="21" name="中国石油万金塔派出所北加油站"/>
          <p:cNvSpPr txBox="1"/>
          <p:nvPr/>
        </p:nvSpPr>
        <p:spPr>
          <a:xfrm>
            <a:off x="2304288" y="2309847"/>
            <a:ext cx="3606393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728" b="0">
                <a:solidFill>
                  <a:srgbClr val="2B3F9E"/>
                </a:solidFill>
                <a:effectLst>
                  <a:glow rad="27432">
                    <a:srgbClr val="FFF7FA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中国石油万金塔派出所北加油站</a:t>
            </a:r>
          </a:p>
        </p:txBody>
      </p:sp>
      <p:sp>
        <p:nvSpPr>
          <p:cNvPr id="22" name="新娘家"/>
          <p:cNvSpPr txBox="1"/>
          <p:nvPr/>
        </p:nvSpPr>
        <p:spPr>
          <a:xfrm>
            <a:off x="11430000" y="11183432"/>
            <a:ext cx="1413891" cy="5168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3060" b="1">
                <a:solidFill>
                  <a:srgbClr val="E8202C"/>
                </a:solidFill>
                <a:effectLst>
                  <a:glow rad="38862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新娘家</a:t>
            </a:r>
          </a:p>
        </p:txBody>
      </p:sp>
      <p:sp>
        <p:nvSpPr>
          <p:cNvPr id="23" name="腰周家"/>
          <p:cNvSpPr txBox="1"/>
          <p:nvPr/>
        </p:nvSpPr>
        <p:spPr>
          <a:xfrm>
            <a:off x="12691872" y="11305422"/>
            <a:ext cx="956462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1">
                <a:solidFill>
                  <a:srgbClr val="C2185B"/>
                </a:solidFill>
                <a:effectLst>
                  <a:glow rad="27432">
                    <a:srgbClr val="FFF3F7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腰周家</a:t>
            </a:r>
          </a:p>
        </p:txBody>
      </p:sp>
      <p:sp>
        <p:nvSpPr>
          <p:cNvPr id="24" name="德惠市"/>
          <p:cNvSpPr txBox="1"/>
          <p:nvPr/>
        </p:nvSpPr>
        <p:spPr>
          <a:xfrm>
            <a:off x="14196974" y="7649943"/>
            <a:ext cx="830275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1">
                <a:solidFill>
                  <a:srgbClr val="D35400"/>
                </a:solidFill>
                <a:effectLst>
                  <a:glow rad="27432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德惠市</a:t>
            </a:r>
          </a:p>
        </p:txBody>
      </p:sp>
      <p:sp>
        <p:nvSpPr>
          <p:cNvPr id="25" name="人民政府"/>
          <p:cNvSpPr txBox="1"/>
          <p:nvPr/>
        </p:nvSpPr>
        <p:spPr>
          <a:xfrm>
            <a:off x="14070787" y="7924263"/>
            <a:ext cx="1082649" cy="2918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728" b="1">
                <a:solidFill>
                  <a:srgbClr val="D35400"/>
                </a:solidFill>
                <a:effectLst>
                  <a:glow rad="27432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人民政府</a:t>
            </a:r>
          </a:p>
        </p:txBody>
      </p:sp>
      <p:sp>
        <p:nvSpPr>
          <p:cNvPr id="26" name="婚车路线图"/>
          <p:cNvSpPr txBox="1"/>
          <p:nvPr/>
        </p:nvSpPr>
        <p:spPr>
          <a:xfrm>
            <a:off x="5606186" y="388371"/>
            <a:ext cx="5246827" cy="10750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6365" b="1" spc="720">
                <a:solidFill>
                  <a:srgbClr val="E8202C"/>
                </a:solidFill>
                <a:effectLst>
                  <a:glow rad="80832">
                    <a:srgbClr val="FFFFFF">
                      <a:alpha val="90000"/>
                    </a:srgbClr>
                  </a:glow>
                </a:effectLst>
                <a:latin typeface="微软雅黑"/>
                <a:ea typeface="微软雅黑"/>
                <a:cs typeface="微软雅黑"/>
              </a:rPr>
              <a:t>婚车路线图</a:t>
            </a:r>
          </a:p>
        </p:txBody>
      </p:sp>
      <p:sp>
        <p:nvSpPr>
          <p:cNvPr id="27" name="万金塔加油站 → 腰周家 → 德惠市人民政府 → 万金塔加油站"/>
          <p:cNvSpPr txBox="1"/>
          <p:nvPr/>
        </p:nvSpPr>
        <p:spPr>
          <a:xfrm>
            <a:off x="4447367" y="1522402"/>
            <a:ext cx="7564465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C2185B"/>
                </a:solidFill>
                <a:latin typeface="微软雅黑"/>
                <a:ea typeface="微软雅黑"/>
                <a:cs typeface="微软雅黑"/>
              </a:rPr>
              <a:t>万金塔加油站 → 腰周家 → 德惠市人民政府 → 万金塔加油站</a:t>
            </a:r>
          </a:p>
        </p:txBody>
      </p:sp>
      <p:sp>
        <p:nvSpPr>
          <p:cNvPr id="28" name="北"/>
          <p:cNvSpPr txBox="1"/>
          <p:nvPr/>
        </p:nvSpPr>
        <p:spPr>
          <a:xfrm>
            <a:off x="14562734" y="147620"/>
            <a:ext cx="409651" cy="389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304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北</a:t>
            </a:r>
          </a:p>
        </p:txBody>
      </p:sp>
      <p:sp>
        <p:nvSpPr>
          <p:cNvPr id="29" name="图 例"/>
          <p:cNvSpPr txBox="1"/>
          <p:nvPr/>
        </p:nvSpPr>
        <p:spPr>
          <a:xfrm>
            <a:off x="14192951" y="1628948"/>
            <a:ext cx="948049" cy="389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304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图 例</a:t>
            </a:r>
          </a:p>
        </p:txBody>
      </p:sp>
      <p:sp>
        <p:nvSpPr>
          <p:cNvPr id="30" name="去新娘家"/>
          <p:cNvSpPr txBox="1"/>
          <p:nvPr/>
        </p:nvSpPr>
        <p:spPr>
          <a:xfrm>
            <a:off x="14100048" y="2345893"/>
            <a:ext cx="1124711" cy="3040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800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去新娘家</a:t>
            </a:r>
          </a:p>
        </p:txBody>
      </p:sp>
      <p:sp>
        <p:nvSpPr>
          <p:cNvPr id="31" name="去德惠市人民政府"/>
          <p:cNvSpPr txBox="1"/>
          <p:nvPr/>
        </p:nvSpPr>
        <p:spPr>
          <a:xfrm>
            <a:off x="14100048" y="2857957"/>
            <a:ext cx="2176271" cy="3040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800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去德惠市人民政府</a:t>
            </a:r>
          </a:p>
        </p:txBody>
      </p:sp>
      <p:sp>
        <p:nvSpPr>
          <p:cNvPr id="32" name="回新郎家"/>
          <p:cNvSpPr txBox="1"/>
          <p:nvPr/>
        </p:nvSpPr>
        <p:spPr>
          <a:xfrm>
            <a:off x="14100048" y="3370021"/>
            <a:ext cx="1124711" cy="30403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800" b="1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回新郎家</a:t>
            </a:r>
          </a:p>
        </p:txBody>
      </p:sp>
      <p:sp>
        <p:nvSpPr>
          <p:cNvPr id="33" name="新郎"/>
          <p:cNvSpPr txBox="1"/>
          <p:nvPr/>
        </p:nvSpPr>
        <p:spPr>
          <a:xfrm>
            <a:off x="1103680" y="7065788"/>
            <a:ext cx="53583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B07A8C"/>
                </a:solidFill>
                <a:latin typeface="微软雅黑"/>
                <a:ea typeface="微软雅黑"/>
                <a:cs typeface="微软雅黑"/>
              </a:rPr>
              <a:t>新郎</a:t>
            </a:r>
          </a:p>
        </p:txBody>
      </p:sp>
      <p:sp>
        <p:nvSpPr>
          <p:cNvPr id="34" name="谢拾雨"/>
          <p:cNvSpPr txBox="1"/>
          <p:nvPr/>
        </p:nvSpPr>
        <p:spPr>
          <a:xfrm>
            <a:off x="609447" y="7363955"/>
            <a:ext cx="1524304" cy="5594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3312" b="0">
                <a:solidFill>
                  <a:srgbClr val="1F49FF"/>
                </a:solidFill>
                <a:latin typeface="楷体"/>
                <a:ea typeface="楷体"/>
                <a:cs typeface="楷体"/>
              </a:rPr>
              <a:t>谢拾雨</a:t>
            </a:r>
          </a:p>
        </p:txBody>
      </p:sp>
      <p:sp>
        <p:nvSpPr>
          <p:cNvPr id="35" name="新娘"/>
          <p:cNvSpPr txBox="1"/>
          <p:nvPr/>
        </p:nvSpPr>
        <p:spPr>
          <a:xfrm>
            <a:off x="2932480" y="7065788"/>
            <a:ext cx="535838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584" b="0">
                <a:solidFill>
                  <a:srgbClr val="B07A8C"/>
                </a:solidFill>
                <a:latin typeface="微软雅黑"/>
                <a:ea typeface="微软雅黑"/>
                <a:cs typeface="微软雅黑"/>
              </a:rPr>
              <a:t>新娘</a:t>
            </a:r>
          </a:p>
        </p:txBody>
      </p:sp>
      <p:sp>
        <p:nvSpPr>
          <p:cNvPr id="36" name="周心语"/>
          <p:cNvSpPr txBox="1"/>
          <p:nvPr/>
        </p:nvSpPr>
        <p:spPr>
          <a:xfrm>
            <a:off x="2438247" y="7363955"/>
            <a:ext cx="1524304" cy="55942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3312" b="0">
                <a:solidFill>
                  <a:srgbClr val="E8202C"/>
                </a:solidFill>
                <a:latin typeface="楷体"/>
                <a:ea typeface="楷体"/>
                <a:cs typeface="楷体"/>
              </a:rPr>
              <a:t>周心语</a:t>
            </a:r>
          </a:p>
        </p:txBody>
      </p:sp>
      <p:sp>
        <p:nvSpPr>
          <p:cNvPr id="37" name="2026.10.28"/>
          <p:cNvSpPr txBox="1"/>
          <p:nvPr/>
        </p:nvSpPr>
        <p:spPr>
          <a:xfrm>
            <a:off x="419709" y="8308567"/>
            <a:ext cx="3732580" cy="7053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4176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2026.10.28</a:t>
            </a:r>
          </a:p>
        </p:txBody>
      </p:sp>
      <p:sp>
        <p:nvSpPr>
          <p:cNvPr id="38" name="农历九月十九 · 星期三"/>
          <p:cNvSpPr txBox="1"/>
          <p:nvPr/>
        </p:nvSpPr>
        <p:spPr>
          <a:xfrm>
            <a:off x="773033" y="9038770"/>
            <a:ext cx="3025932" cy="316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1872" b="0">
                <a:solidFill>
                  <a:srgbClr val="E8457A"/>
                </a:solidFill>
                <a:latin typeface="微软雅黑"/>
                <a:ea typeface="微软雅黑"/>
                <a:cs typeface="微软雅黑"/>
              </a:rPr>
              <a:t>农历九月十九 · 星期三</a:t>
            </a:r>
          </a:p>
        </p:txBody>
      </p:sp>
      <p:sp>
        <p:nvSpPr>
          <p:cNvPr id="39" name="时间安排"/>
          <p:cNvSpPr txBox="1"/>
          <p:nvPr/>
        </p:nvSpPr>
        <p:spPr>
          <a:xfrm>
            <a:off x="5324276" y="4998404"/>
            <a:ext cx="1970166" cy="47551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815" b="1" spc="432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时间安排</a:t>
            </a:r>
          </a:p>
        </p:txBody>
      </p:sp>
      <p:sp>
        <p:nvSpPr>
          <p:cNvPr id="40" name="5:00 – 5:20"/>
          <p:cNvSpPr txBox="1"/>
          <p:nvPr/>
        </p:nvSpPr>
        <p:spPr>
          <a:xfrm>
            <a:off x="5047488" y="5770120"/>
            <a:ext cx="2432852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5:00 – 5:20</a:t>
            </a:r>
          </a:p>
        </p:txBody>
      </p:sp>
      <p:sp>
        <p:nvSpPr>
          <p:cNvPr id="41" name="到达万金塔集结扎花"/>
          <p:cNvSpPr txBox="1"/>
          <p:nvPr/>
        </p:nvSpPr>
        <p:spPr>
          <a:xfrm>
            <a:off x="5047488" y="6212214"/>
            <a:ext cx="2723083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到达万金塔集结扎花</a:t>
            </a:r>
          </a:p>
        </p:txBody>
      </p:sp>
      <p:sp>
        <p:nvSpPr>
          <p:cNvPr id="42" name="5:30"/>
          <p:cNvSpPr txBox="1"/>
          <p:nvPr/>
        </p:nvSpPr>
        <p:spPr>
          <a:xfrm>
            <a:off x="5047488" y="6794248"/>
            <a:ext cx="93122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5:30</a:t>
            </a:r>
          </a:p>
        </p:txBody>
      </p:sp>
      <p:sp>
        <p:nvSpPr>
          <p:cNvPr id="43" name="从万金塔出发（男方）"/>
          <p:cNvSpPr txBox="1"/>
          <p:nvPr/>
        </p:nvSpPr>
        <p:spPr>
          <a:xfrm>
            <a:off x="5047488" y="7236342"/>
            <a:ext cx="3017520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从万金塔出发（男方）</a:t>
            </a:r>
          </a:p>
        </p:txBody>
      </p:sp>
      <p:sp>
        <p:nvSpPr>
          <p:cNvPr id="44" name="6:30"/>
          <p:cNvSpPr txBox="1"/>
          <p:nvPr/>
        </p:nvSpPr>
        <p:spPr>
          <a:xfrm>
            <a:off x="5047488" y="7818376"/>
            <a:ext cx="93122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6:30</a:t>
            </a:r>
          </a:p>
        </p:txBody>
      </p:sp>
      <p:sp>
        <p:nvSpPr>
          <p:cNvPr id="45" name="到达腰周家（女方）"/>
          <p:cNvSpPr txBox="1"/>
          <p:nvPr/>
        </p:nvSpPr>
        <p:spPr>
          <a:xfrm>
            <a:off x="5047488" y="8260470"/>
            <a:ext cx="2723083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到达腰周家（女方）</a:t>
            </a:r>
          </a:p>
        </p:txBody>
      </p:sp>
      <p:sp>
        <p:nvSpPr>
          <p:cNvPr id="46" name="8:00"/>
          <p:cNvSpPr txBox="1"/>
          <p:nvPr/>
        </p:nvSpPr>
        <p:spPr>
          <a:xfrm>
            <a:off x="5047488" y="8842504"/>
            <a:ext cx="931224" cy="41349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448" b="1">
                <a:solidFill>
                  <a:srgbClr val="E8202C"/>
                </a:solidFill>
                <a:latin typeface="微软雅黑"/>
                <a:ea typeface="微软雅黑"/>
                <a:cs typeface="微软雅黑"/>
              </a:rPr>
              <a:t>8:00</a:t>
            </a:r>
          </a:p>
        </p:txBody>
      </p:sp>
      <p:sp>
        <p:nvSpPr>
          <p:cNvPr id="47" name="从腰周家出发返回万金塔"/>
          <p:cNvSpPr txBox="1"/>
          <p:nvPr/>
        </p:nvSpPr>
        <p:spPr>
          <a:xfrm>
            <a:off x="5047488" y="9284598"/>
            <a:ext cx="3311956" cy="3405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2016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从腰周家出发返回万金塔</a:t>
            </a:r>
          </a:p>
        </p:txBody>
      </p:sp>
      <p:sp>
        <p:nvSpPr>
          <p:cNvPr id="48" name="途经德惠市人民政府"/>
          <p:cNvSpPr txBox="1"/>
          <p:nvPr/>
        </p:nvSpPr>
        <p:spPr>
          <a:xfrm>
            <a:off x="5047488" y="9653540"/>
            <a:ext cx="2155240" cy="2675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lang="zh-CN" sz="1584" b="0">
                <a:solidFill>
                  <a:srgbClr val="9A7F88"/>
                </a:solidFill>
                <a:latin typeface="微软雅黑"/>
                <a:ea typeface="微软雅黑"/>
                <a:cs typeface="微软雅黑"/>
              </a:rPr>
              <a:t>途经德惠市人民政府</a:t>
            </a:r>
          </a:p>
        </p:txBody>
      </p:sp>
      <p:sp>
        <p:nvSpPr>
          <p:cNvPr id="49" name="感谢各位朋友，请按图示路线行驶"/>
          <p:cNvSpPr txBox="1"/>
          <p:nvPr/>
        </p:nvSpPr>
        <p:spPr>
          <a:xfrm>
            <a:off x="1828800" y="10443764"/>
            <a:ext cx="5120640" cy="389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lang="zh-CN" sz="2304" b="1">
                <a:solidFill>
                  <a:srgbClr val="E8457A"/>
                </a:solidFill>
                <a:latin typeface="微软雅黑"/>
                <a:ea typeface="微软雅黑"/>
                <a:cs typeface="微软雅黑"/>
              </a:rPr>
              <a:t>感谢各位朋友，请按图示路线行驶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